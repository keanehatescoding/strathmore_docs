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0" r:id="rId2"/>
    <p:sldId id="271" r:id="rId3"/>
    <p:sldId id="257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76221EC-CAA1-44E5-BFFA-744F28E56180}" type="datetimeFigureOut">
              <a:rPr lang="en-US" smtClean="0"/>
              <a:pPr/>
              <a:t>1/11/2021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617ABAD-1FA3-4465-B7D5-928F48BDD4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Reading?</a:t>
            </a:r>
          </a:p>
          <a:p>
            <a:r>
              <a:rPr lang="en-US" dirty="0" smtClean="0"/>
              <a:t>Why do we read?</a:t>
            </a:r>
          </a:p>
          <a:p>
            <a:r>
              <a:rPr lang="en-US" dirty="0" smtClean="0"/>
              <a:t>What are the benefits of reading?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Imagine a world with no reading….no written word….How would it be?</a:t>
            </a:r>
          </a:p>
          <a:p>
            <a:r>
              <a:rPr lang="en-US" dirty="0" smtClean="0"/>
              <a:t>Would there be any advantages? Would there be any disadvantages?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CRITICAL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Texts provide </a:t>
            </a:r>
            <a:r>
              <a:rPr lang="en-US" u="sng" dirty="0" smtClean="0"/>
              <a:t>facts</a:t>
            </a:r>
          </a:p>
          <a:p>
            <a:r>
              <a:rPr lang="en-US" dirty="0" smtClean="0"/>
              <a:t>Knowledge is gained by </a:t>
            </a:r>
            <a:r>
              <a:rPr lang="en-US" u="sng" dirty="0" smtClean="0"/>
              <a:t>memorizing the statements</a:t>
            </a:r>
            <a:r>
              <a:rPr lang="en-US" dirty="0" smtClean="0"/>
              <a:t> within a text</a:t>
            </a:r>
          </a:p>
          <a:p>
            <a:r>
              <a:rPr lang="en-US" dirty="0" smtClean="0"/>
              <a:t>To make sense of a presentation as a sequence of thoughts,information,ideas and opinions stated in the text from sentence to sentence, paragraph to paragraph in a linear activity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Blonkie </a:t>
            </a:r>
            <a:r>
              <a:rPr lang="en-US" dirty="0" smtClean="0"/>
              <a:t>Blipped the scritchy flump</a:t>
            </a:r>
          </a:p>
          <a:p>
            <a:pPr marL="109728" indent="0">
              <a:buNone/>
            </a:pPr>
            <a:endParaRPr lang="en-US" dirty="0" smtClean="0"/>
          </a:p>
          <a:p>
            <a:r>
              <a:rPr lang="en-US" dirty="0" smtClean="0"/>
              <a:t>1.Who Blipped the flump?</a:t>
            </a:r>
          </a:p>
          <a:p>
            <a:r>
              <a:rPr lang="en-US" dirty="0" smtClean="0"/>
              <a:t>2.What did the Blonkie do?</a:t>
            </a:r>
          </a:p>
          <a:p>
            <a:r>
              <a:rPr lang="en-US" dirty="0" smtClean="0"/>
              <a:t>3.What kind of Flump was it?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CRITICAL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satisfied with recognizing what a text says and restating the key remarks</a:t>
            </a:r>
          </a:p>
          <a:p>
            <a:r>
              <a:rPr lang="en-US" dirty="0" smtClean="0"/>
              <a:t>It is based on the WHAT of the text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CRITICAL READERS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/>
              <a:t>Before Reading</a:t>
            </a:r>
            <a:r>
              <a:rPr lang="en-US" dirty="0" smtClean="0"/>
              <a:t>…</a:t>
            </a:r>
          </a:p>
          <a:p>
            <a:r>
              <a:rPr lang="en-US" dirty="0" smtClean="0"/>
              <a:t>They do not think about the subject</a:t>
            </a:r>
          </a:p>
          <a:p>
            <a:r>
              <a:rPr lang="en-US" dirty="0" smtClean="0"/>
              <a:t>They do not know why they are reading other that it is assigned or as a personal whim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DURING READING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Non-critical readers…</a:t>
            </a:r>
          </a:p>
          <a:p>
            <a:r>
              <a:rPr lang="en-US" dirty="0" smtClean="0"/>
              <a:t>Do not know whether they do or do not understand the text</a:t>
            </a:r>
          </a:p>
          <a:p>
            <a:r>
              <a:rPr lang="en-US" dirty="0" smtClean="0"/>
              <a:t>Do not monitor comprehension</a:t>
            </a:r>
          </a:p>
          <a:p>
            <a:r>
              <a:rPr lang="en-US" dirty="0" smtClean="0"/>
              <a:t>Hardly ever use fix-up strategies</a:t>
            </a:r>
          </a:p>
          <a:p>
            <a:r>
              <a:rPr lang="en-US" dirty="0" smtClean="0"/>
              <a:t>View reading as just turning pages..the more the better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Non critical readers…during reading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View reading only as something that should be done for personal enjoyment or just to complete a task</a:t>
            </a:r>
          </a:p>
          <a:p>
            <a:endParaRPr lang="en-US" dirty="0" smtClean="0"/>
          </a:p>
          <a:p>
            <a:r>
              <a:rPr lang="en-US" dirty="0" smtClean="0"/>
              <a:t>Occasionally analyze a word for meaning, but hardly ever try to comprehend the deeper meaning or make connections beyond the text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CRITICAL READERS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During Reading..</a:t>
            </a:r>
          </a:p>
          <a:p>
            <a:r>
              <a:rPr lang="en-US" dirty="0" smtClean="0"/>
              <a:t>Ignore details or skim to get it done</a:t>
            </a:r>
          </a:p>
          <a:p>
            <a:r>
              <a:rPr lang="en-US" dirty="0" smtClean="0"/>
              <a:t>Often feel bored by reading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CRITICAL READERS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u="sng" dirty="0" smtClean="0"/>
              <a:t>After Reading…</a:t>
            </a:r>
          </a:p>
          <a:p>
            <a:r>
              <a:rPr lang="en-US" dirty="0" smtClean="0"/>
              <a:t>Do not really understand what they have read</a:t>
            </a:r>
          </a:p>
          <a:p>
            <a:r>
              <a:rPr lang="en-US" dirty="0" smtClean="0"/>
              <a:t>Do not follow reading with a comprehension self-check</a:t>
            </a:r>
          </a:p>
          <a:p>
            <a:r>
              <a:rPr lang="en-US" dirty="0" smtClean="0"/>
              <a:t>See no connection between what they have read and anything else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CRITICAL READERS..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single text provides only one portrayal of the facts.</a:t>
            </a:r>
          </a:p>
          <a:p>
            <a:r>
              <a:rPr lang="en-US" dirty="0" smtClean="0"/>
              <a:t>They recognize not only WHAT a text says, but HOW the text portrays the subject matter</a:t>
            </a:r>
          </a:p>
          <a:p>
            <a:r>
              <a:rPr lang="en-US" dirty="0" smtClean="0"/>
              <a:t>Each text is the unique creation of a unique author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CRITICAL READING…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Enhances our understanding</a:t>
            </a:r>
          </a:p>
          <a:p>
            <a:r>
              <a:rPr lang="en-US" dirty="0" smtClean="0"/>
              <a:t>Increases our comprehension and enjoyment of reading despite it taking more time, thought and effort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BEFORE READING…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A Critical reader..</a:t>
            </a:r>
          </a:p>
          <a:p>
            <a:r>
              <a:rPr lang="en-US" dirty="0" smtClean="0"/>
              <a:t>Activates background about the subject</a:t>
            </a:r>
          </a:p>
          <a:p>
            <a:r>
              <a:rPr lang="en-US" dirty="0" smtClean="0"/>
              <a:t>Questions and wonders</a:t>
            </a:r>
          </a:p>
          <a:p>
            <a:r>
              <a:rPr lang="en-US" dirty="0" smtClean="0"/>
              <a:t>Knows the purpose for reading</a:t>
            </a:r>
          </a:p>
          <a:p>
            <a:r>
              <a:rPr lang="en-US" dirty="0" smtClean="0"/>
              <a:t>Believes that they control the reading process</a:t>
            </a:r>
          </a:p>
          <a:p>
            <a:r>
              <a:rPr lang="en-US" dirty="0" smtClean="0"/>
              <a:t>Accepts the challenge of meaningful reading</a:t>
            </a:r>
          </a:p>
          <a:p>
            <a:r>
              <a:rPr lang="en-US" dirty="0" smtClean="0"/>
              <a:t>Understands that enhanced engagement and comprehension can bring much enjoyment in reading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Critical Reader…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During Reading…</a:t>
            </a:r>
          </a:p>
          <a:p>
            <a:r>
              <a:rPr lang="en-US" dirty="0" smtClean="0"/>
              <a:t>Focuses complete attention on reading</a:t>
            </a:r>
          </a:p>
          <a:p>
            <a:r>
              <a:rPr lang="en-US" dirty="0" smtClean="0"/>
              <a:t>Monitors comprehension</a:t>
            </a:r>
          </a:p>
          <a:p>
            <a:r>
              <a:rPr lang="en-US" dirty="0" smtClean="0"/>
              <a:t>Looks for important ideas to see how details relate to the whole</a:t>
            </a:r>
          </a:p>
          <a:p>
            <a:r>
              <a:rPr lang="en-US" dirty="0" smtClean="0"/>
              <a:t>Visualizes, creates mental images (goes to the movies in their minds)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CRITICAL READER…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dirty="0" smtClean="0"/>
              <a:t>After Reading…..</a:t>
            </a:r>
          </a:p>
          <a:p>
            <a:r>
              <a:rPr lang="en-US" dirty="0" smtClean="0"/>
              <a:t>Reflects on the meaning</a:t>
            </a:r>
          </a:p>
          <a:p>
            <a:r>
              <a:rPr lang="en-US" dirty="0" smtClean="0"/>
              <a:t>Decides if they have achieved the goal of comprehending and making meaning of the text</a:t>
            </a:r>
          </a:p>
          <a:p>
            <a:r>
              <a:rPr lang="en-US" dirty="0" smtClean="0"/>
              <a:t>Reflects on their learning and shares it with others</a:t>
            </a:r>
          </a:p>
          <a:p>
            <a:r>
              <a:rPr lang="en-US" dirty="0" smtClean="0"/>
              <a:t>Thinks through the “so what” question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60</TotalTime>
  <Words>500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Georgia</vt:lpstr>
      <vt:lpstr>Trebuchet MS</vt:lpstr>
      <vt:lpstr>Wingdings 2</vt:lpstr>
      <vt:lpstr>Urban</vt:lpstr>
      <vt:lpstr>READING….</vt:lpstr>
      <vt:lpstr>READING…</vt:lpstr>
      <vt:lpstr>NON CRITICAL READING</vt:lpstr>
      <vt:lpstr>What ?</vt:lpstr>
      <vt:lpstr>NON CRITICAL READING</vt:lpstr>
      <vt:lpstr>NON CRITICAL READERS</vt:lpstr>
      <vt:lpstr>DURING READING…</vt:lpstr>
      <vt:lpstr>Non critical readers…during reading </vt:lpstr>
      <vt:lpstr>NON CRITICAL READERS</vt:lpstr>
      <vt:lpstr>NON CRITICAL READERS …</vt:lpstr>
      <vt:lpstr>CRITICAL READERS..</vt:lpstr>
      <vt:lpstr>CRITICAL READING…</vt:lpstr>
      <vt:lpstr>BEFORE READING…</vt:lpstr>
      <vt:lpstr>The Critical Reader…</vt:lpstr>
      <vt:lpstr>CRITICAL READER…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MKariuki</dc:creator>
  <cp:lastModifiedBy>user</cp:lastModifiedBy>
  <cp:revision>9</cp:revision>
  <dcterms:created xsi:type="dcterms:W3CDTF">2013-01-11T12:22:31Z</dcterms:created>
  <dcterms:modified xsi:type="dcterms:W3CDTF">2021-01-11T17:59:54Z</dcterms:modified>
</cp:coreProperties>
</file>