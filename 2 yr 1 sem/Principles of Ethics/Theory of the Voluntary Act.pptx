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8" r:id="rId2"/>
    <p:sldId id="315" r:id="rId3"/>
    <p:sldId id="262" r:id="rId4"/>
    <p:sldId id="335" r:id="rId5"/>
    <p:sldId id="317" r:id="rId6"/>
    <p:sldId id="274" r:id="rId7"/>
    <p:sldId id="318" r:id="rId8"/>
    <p:sldId id="319" r:id="rId9"/>
    <p:sldId id="320" r:id="rId10"/>
    <p:sldId id="321" r:id="rId11"/>
    <p:sldId id="288" r:id="rId12"/>
    <p:sldId id="275" r:id="rId13"/>
    <p:sldId id="296" r:id="rId14"/>
    <p:sldId id="297" r:id="rId15"/>
    <p:sldId id="300" r:id="rId16"/>
    <p:sldId id="323" r:id="rId17"/>
    <p:sldId id="326" r:id="rId18"/>
    <p:sldId id="294" r:id="rId19"/>
    <p:sldId id="309" r:id="rId20"/>
    <p:sldId id="299" r:id="rId21"/>
    <p:sldId id="312" r:id="rId22"/>
    <p:sldId id="308" r:id="rId23"/>
    <p:sldId id="271" r:id="rId24"/>
    <p:sldId id="293" r:id="rId25"/>
    <p:sldId id="325" r:id="rId26"/>
    <p:sldId id="331" r:id="rId27"/>
    <p:sldId id="332" r:id="rId28"/>
    <p:sldId id="333" r:id="rId29"/>
    <p:sldId id="298" r:id="rId30"/>
    <p:sldId id="334" r:id="rId31"/>
    <p:sldId id="273" r:id="rId32"/>
    <p:sldId id="327" r:id="rId33"/>
    <p:sldId id="329" r:id="rId34"/>
    <p:sldId id="330" r:id="rId35"/>
    <p:sldId id="328"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376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881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1FB186-4F4D-4E8B-A81E-99CE89AD98E2}"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en-US"/>
        </a:p>
      </dgm:t>
    </dgm:pt>
    <dgm:pt modelId="{90FCCAD0-B53D-45E2-B6F8-7A137372D2B4}">
      <dgm:prSet phldrT="[Text]" custT="1"/>
      <dgm:spPr/>
      <dgm:t>
        <a:bodyPr/>
        <a:lstStyle/>
        <a:p>
          <a:r>
            <a:rPr lang="en-US" sz="2800" b="1" dirty="0"/>
            <a:t>Voluntary Act</a:t>
          </a:r>
        </a:p>
      </dgm:t>
    </dgm:pt>
    <dgm:pt modelId="{CD4D9ED2-2950-4131-816B-F48A91837935}" type="parTrans" cxnId="{5DD221D5-381E-4BAE-924F-38A4238BDDA7}">
      <dgm:prSet/>
      <dgm:spPr/>
      <dgm:t>
        <a:bodyPr/>
        <a:lstStyle/>
        <a:p>
          <a:endParaRPr lang="en-US"/>
        </a:p>
      </dgm:t>
    </dgm:pt>
    <dgm:pt modelId="{FDACDD40-6B70-4090-A66C-F26BF03C3B7B}" type="sibTrans" cxnId="{5DD221D5-381E-4BAE-924F-38A4238BDDA7}">
      <dgm:prSet/>
      <dgm:spPr/>
      <dgm:t>
        <a:bodyPr/>
        <a:lstStyle/>
        <a:p>
          <a:endParaRPr lang="en-US"/>
        </a:p>
      </dgm:t>
    </dgm:pt>
    <dgm:pt modelId="{9D377071-21D0-4E8D-ABC0-7D5CC461FB84}">
      <dgm:prSet phldrT="[Text]" custT="1"/>
      <dgm:spPr/>
      <dgm:t>
        <a:bodyPr/>
        <a:lstStyle/>
        <a:p>
          <a:r>
            <a:rPr lang="en-US" sz="2800" b="1" dirty="0"/>
            <a:t>Conscious</a:t>
          </a:r>
        </a:p>
      </dgm:t>
    </dgm:pt>
    <dgm:pt modelId="{F82015B8-56B1-4F82-8268-0CB82CC64DDF}" type="parTrans" cxnId="{7F848A32-A3D6-46EB-87D5-317468D5F261}">
      <dgm:prSet/>
      <dgm:spPr/>
      <dgm:t>
        <a:bodyPr/>
        <a:lstStyle/>
        <a:p>
          <a:endParaRPr lang="en-US" dirty="0"/>
        </a:p>
      </dgm:t>
    </dgm:pt>
    <dgm:pt modelId="{32BFBA5B-76FC-455B-A6F6-06E2A7B37CFB}" type="sibTrans" cxnId="{7F848A32-A3D6-46EB-87D5-317468D5F261}">
      <dgm:prSet/>
      <dgm:spPr/>
      <dgm:t>
        <a:bodyPr/>
        <a:lstStyle/>
        <a:p>
          <a:endParaRPr lang="en-US"/>
        </a:p>
      </dgm:t>
    </dgm:pt>
    <dgm:pt modelId="{1FF7F775-F8BC-46BF-B2E5-FACC955BC7E2}">
      <dgm:prSet phldrT="[Text]"/>
      <dgm:spPr/>
      <dgm:t>
        <a:bodyPr/>
        <a:lstStyle/>
        <a:p>
          <a:r>
            <a:rPr lang="en-US" b="1" dirty="0"/>
            <a:t>Active</a:t>
          </a:r>
        </a:p>
      </dgm:t>
    </dgm:pt>
    <dgm:pt modelId="{6D312171-EAEB-469E-AEDB-DF86DB0453F1}" type="parTrans" cxnId="{E0244AC5-BE3C-4BCB-AEA1-94BE23CDB010}">
      <dgm:prSet/>
      <dgm:spPr/>
      <dgm:t>
        <a:bodyPr/>
        <a:lstStyle/>
        <a:p>
          <a:endParaRPr lang="en-US" dirty="0"/>
        </a:p>
      </dgm:t>
    </dgm:pt>
    <dgm:pt modelId="{C4421747-EB62-4167-B60E-277FC0A4178B}" type="sibTrans" cxnId="{E0244AC5-BE3C-4BCB-AEA1-94BE23CDB010}">
      <dgm:prSet/>
      <dgm:spPr/>
      <dgm:t>
        <a:bodyPr/>
        <a:lstStyle/>
        <a:p>
          <a:endParaRPr lang="en-US"/>
        </a:p>
      </dgm:t>
    </dgm:pt>
    <dgm:pt modelId="{F728C5EE-4DB4-4497-A050-DADB3A23AEB2}">
      <dgm:prSet phldrT="[Text]"/>
      <dgm:spPr/>
      <dgm:t>
        <a:bodyPr/>
        <a:lstStyle/>
        <a:p>
          <a:r>
            <a:rPr lang="en-US" b="1" dirty="0"/>
            <a:t>Guided by reason</a:t>
          </a:r>
        </a:p>
      </dgm:t>
    </dgm:pt>
    <dgm:pt modelId="{E3C4BA45-DF3F-4B03-8365-EED1C2E326AB}" type="parTrans" cxnId="{2953FB67-6833-4BF5-BCDE-1072C8DC0AF7}">
      <dgm:prSet/>
      <dgm:spPr/>
      <dgm:t>
        <a:bodyPr/>
        <a:lstStyle/>
        <a:p>
          <a:endParaRPr lang="en-US" dirty="0"/>
        </a:p>
      </dgm:t>
    </dgm:pt>
    <dgm:pt modelId="{FD63A7D7-7CD3-495D-8B5F-8F730CD72DAF}" type="sibTrans" cxnId="{2953FB67-6833-4BF5-BCDE-1072C8DC0AF7}">
      <dgm:prSet/>
      <dgm:spPr/>
      <dgm:t>
        <a:bodyPr/>
        <a:lstStyle/>
        <a:p>
          <a:endParaRPr lang="en-US"/>
        </a:p>
      </dgm:t>
    </dgm:pt>
    <dgm:pt modelId="{2CAF94F7-3CD6-40DD-BB11-53C905AE8449}">
      <dgm:prSet phldrT="[Text]" custT="1"/>
      <dgm:spPr/>
      <dgm:t>
        <a:bodyPr/>
        <a:lstStyle/>
        <a:p>
          <a:r>
            <a:rPr lang="en-US" sz="2800" b="1" dirty="0"/>
            <a:t>Self-referential</a:t>
          </a:r>
        </a:p>
      </dgm:t>
    </dgm:pt>
    <dgm:pt modelId="{0B962D52-D98B-431F-9DA9-7D009E5AC299}" type="parTrans" cxnId="{F471FE75-A4B9-4AFE-B8B2-21E9C4F18398}">
      <dgm:prSet/>
      <dgm:spPr/>
      <dgm:t>
        <a:bodyPr/>
        <a:lstStyle/>
        <a:p>
          <a:endParaRPr lang="en-US" dirty="0"/>
        </a:p>
      </dgm:t>
    </dgm:pt>
    <dgm:pt modelId="{7F086A49-5F1C-44D4-9D9C-425C614E7ABB}" type="sibTrans" cxnId="{F471FE75-A4B9-4AFE-B8B2-21E9C4F18398}">
      <dgm:prSet/>
      <dgm:spPr/>
      <dgm:t>
        <a:bodyPr/>
        <a:lstStyle/>
        <a:p>
          <a:endParaRPr lang="en-US"/>
        </a:p>
      </dgm:t>
    </dgm:pt>
    <dgm:pt modelId="{BEFE8C16-FB2A-4F37-BA86-6A85FABE0BB8}" type="pres">
      <dgm:prSet presAssocID="{F11FB186-4F4D-4E8B-A81E-99CE89AD98E2}" presName="cycle" presStyleCnt="0">
        <dgm:presLayoutVars>
          <dgm:chMax val="1"/>
          <dgm:dir/>
          <dgm:animLvl val="ctr"/>
          <dgm:resizeHandles val="exact"/>
        </dgm:presLayoutVars>
      </dgm:prSet>
      <dgm:spPr/>
      <dgm:t>
        <a:bodyPr/>
        <a:lstStyle/>
        <a:p>
          <a:endParaRPr lang="en-US"/>
        </a:p>
      </dgm:t>
    </dgm:pt>
    <dgm:pt modelId="{1551EF3F-6D6D-46B4-870C-9BC98BB62B8D}" type="pres">
      <dgm:prSet presAssocID="{90FCCAD0-B53D-45E2-B6F8-7A137372D2B4}" presName="centerShape" presStyleLbl="node0" presStyleIdx="0" presStyleCnt="1" custScaleX="190251" custScaleY="129833"/>
      <dgm:spPr/>
      <dgm:t>
        <a:bodyPr/>
        <a:lstStyle/>
        <a:p>
          <a:endParaRPr lang="en-US"/>
        </a:p>
      </dgm:t>
    </dgm:pt>
    <dgm:pt modelId="{DB2B118A-73AF-4320-9F1C-7E3BDB210401}" type="pres">
      <dgm:prSet presAssocID="{F82015B8-56B1-4F82-8268-0CB82CC64DDF}" presName="Name9" presStyleLbl="parChTrans1D2" presStyleIdx="0" presStyleCnt="4"/>
      <dgm:spPr/>
      <dgm:t>
        <a:bodyPr/>
        <a:lstStyle/>
        <a:p>
          <a:endParaRPr lang="en-US"/>
        </a:p>
      </dgm:t>
    </dgm:pt>
    <dgm:pt modelId="{50E9005C-DF07-47BA-BEEA-B3F02DD8CF8E}" type="pres">
      <dgm:prSet presAssocID="{F82015B8-56B1-4F82-8268-0CB82CC64DDF}" presName="connTx" presStyleLbl="parChTrans1D2" presStyleIdx="0" presStyleCnt="4"/>
      <dgm:spPr/>
      <dgm:t>
        <a:bodyPr/>
        <a:lstStyle/>
        <a:p>
          <a:endParaRPr lang="en-US"/>
        </a:p>
      </dgm:t>
    </dgm:pt>
    <dgm:pt modelId="{FB2B0C6E-6362-4661-A68F-2CA03DE39795}" type="pres">
      <dgm:prSet presAssocID="{9D377071-21D0-4E8D-ABC0-7D5CC461FB84}" presName="node" presStyleLbl="node1" presStyleIdx="0" presStyleCnt="4" custScaleX="187381">
        <dgm:presLayoutVars>
          <dgm:bulletEnabled val="1"/>
        </dgm:presLayoutVars>
      </dgm:prSet>
      <dgm:spPr/>
      <dgm:t>
        <a:bodyPr/>
        <a:lstStyle/>
        <a:p>
          <a:endParaRPr lang="en-US"/>
        </a:p>
      </dgm:t>
    </dgm:pt>
    <dgm:pt modelId="{0A562640-26D6-4CBC-9608-F544D755BFC6}" type="pres">
      <dgm:prSet presAssocID="{6D312171-EAEB-469E-AEDB-DF86DB0453F1}" presName="Name9" presStyleLbl="parChTrans1D2" presStyleIdx="1" presStyleCnt="4"/>
      <dgm:spPr/>
      <dgm:t>
        <a:bodyPr/>
        <a:lstStyle/>
        <a:p>
          <a:endParaRPr lang="en-US"/>
        </a:p>
      </dgm:t>
    </dgm:pt>
    <dgm:pt modelId="{3DC94B77-9604-4A11-88E8-CFCF8E8A189A}" type="pres">
      <dgm:prSet presAssocID="{6D312171-EAEB-469E-AEDB-DF86DB0453F1}" presName="connTx" presStyleLbl="parChTrans1D2" presStyleIdx="1" presStyleCnt="4"/>
      <dgm:spPr/>
      <dgm:t>
        <a:bodyPr/>
        <a:lstStyle/>
        <a:p>
          <a:endParaRPr lang="en-US"/>
        </a:p>
      </dgm:t>
    </dgm:pt>
    <dgm:pt modelId="{04D86C29-E394-4F55-B05F-3E7CFE8BBD4E}" type="pres">
      <dgm:prSet presAssocID="{1FF7F775-F8BC-46BF-B2E5-FACC955BC7E2}" presName="node" presStyleLbl="node1" presStyleIdx="1" presStyleCnt="4" custScaleX="155324" custScaleY="154105" custRadScaleRad="162019" custRadScaleInc="1931">
        <dgm:presLayoutVars>
          <dgm:bulletEnabled val="1"/>
        </dgm:presLayoutVars>
      </dgm:prSet>
      <dgm:spPr/>
      <dgm:t>
        <a:bodyPr/>
        <a:lstStyle/>
        <a:p>
          <a:endParaRPr lang="en-US"/>
        </a:p>
      </dgm:t>
    </dgm:pt>
    <dgm:pt modelId="{F85B6822-AC52-40CE-81DB-0303B7C2F562}" type="pres">
      <dgm:prSet presAssocID="{E3C4BA45-DF3F-4B03-8365-EED1C2E326AB}" presName="Name9" presStyleLbl="parChTrans1D2" presStyleIdx="2" presStyleCnt="4"/>
      <dgm:spPr/>
      <dgm:t>
        <a:bodyPr/>
        <a:lstStyle/>
        <a:p>
          <a:endParaRPr lang="en-US"/>
        </a:p>
      </dgm:t>
    </dgm:pt>
    <dgm:pt modelId="{78D078C1-354B-42FA-8C8B-80503D1C69FB}" type="pres">
      <dgm:prSet presAssocID="{E3C4BA45-DF3F-4B03-8365-EED1C2E326AB}" presName="connTx" presStyleLbl="parChTrans1D2" presStyleIdx="2" presStyleCnt="4"/>
      <dgm:spPr/>
      <dgm:t>
        <a:bodyPr/>
        <a:lstStyle/>
        <a:p>
          <a:endParaRPr lang="en-US"/>
        </a:p>
      </dgm:t>
    </dgm:pt>
    <dgm:pt modelId="{45A5CADE-457F-4E48-8E5C-8252861757E9}" type="pres">
      <dgm:prSet presAssocID="{F728C5EE-4DB4-4497-A050-DADB3A23AEB2}" presName="node" presStyleLbl="node1" presStyleIdx="2" presStyleCnt="4" custScaleX="183449" custScaleY="121874" custRadScaleRad="110131" custRadScaleInc="3020">
        <dgm:presLayoutVars>
          <dgm:bulletEnabled val="1"/>
        </dgm:presLayoutVars>
      </dgm:prSet>
      <dgm:spPr/>
      <dgm:t>
        <a:bodyPr/>
        <a:lstStyle/>
        <a:p>
          <a:endParaRPr lang="en-US"/>
        </a:p>
      </dgm:t>
    </dgm:pt>
    <dgm:pt modelId="{CD686AFF-9CE9-460B-8EF6-5B89D89EE759}" type="pres">
      <dgm:prSet presAssocID="{0B962D52-D98B-431F-9DA9-7D009E5AC299}" presName="Name9" presStyleLbl="parChTrans1D2" presStyleIdx="3" presStyleCnt="4"/>
      <dgm:spPr/>
      <dgm:t>
        <a:bodyPr/>
        <a:lstStyle/>
        <a:p>
          <a:endParaRPr lang="en-US"/>
        </a:p>
      </dgm:t>
    </dgm:pt>
    <dgm:pt modelId="{B8FD215B-E743-4313-9FEB-184148DEEA41}" type="pres">
      <dgm:prSet presAssocID="{0B962D52-D98B-431F-9DA9-7D009E5AC299}" presName="connTx" presStyleLbl="parChTrans1D2" presStyleIdx="3" presStyleCnt="4"/>
      <dgm:spPr/>
      <dgm:t>
        <a:bodyPr/>
        <a:lstStyle/>
        <a:p>
          <a:endParaRPr lang="en-US"/>
        </a:p>
      </dgm:t>
    </dgm:pt>
    <dgm:pt modelId="{107B3BC5-7808-44F2-8DED-6663237995E3}" type="pres">
      <dgm:prSet presAssocID="{2CAF94F7-3CD6-40DD-BB11-53C905AE8449}" presName="node" presStyleLbl="node1" presStyleIdx="3" presStyleCnt="4" custScaleX="195513" custScaleY="137166" custRadScaleRad="163059" custRadScaleInc="-444">
        <dgm:presLayoutVars>
          <dgm:bulletEnabled val="1"/>
        </dgm:presLayoutVars>
      </dgm:prSet>
      <dgm:spPr/>
      <dgm:t>
        <a:bodyPr/>
        <a:lstStyle/>
        <a:p>
          <a:endParaRPr lang="en-US"/>
        </a:p>
      </dgm:t>
    </dgm:pt>
  </dgm:ptLst>
  <dgm:cxnLst>
    <dgm:cxn modelId="{F471FE75-A4B9-4AFE-B8B2-21E9C4F18398}" srcId="{90FCCAD0-B53D-45E2-B6F8-7A137372D2B4}" destId="{2CAF94F7-3CD6-40DD-BB11-53C905AE8449}" srcOrd="3" destOrd="0" parTransId="{0B962D52-D98B-431F-9DA9-7D009E5AC299}" sibTransId="{7F086A49-5F1C-44D4-9D9C-425C614E7ABB}"/>
    <dgm:cxn modelId="{4FE11853-ED99-426F-BB4F-CED6EB8A6367}" type="presOf" srcId="{E3C4BA45-DF3F-4B03-8365-EED1C2E326AB}" destId="{78D078C1-354B-42FA-8C8B-80503D1C69FB}" srcOrd="1" destOrd="0" presId="urn:microsoft.com/office/officeart/2005/8/layout/radial1"/>
    <dgm:cxn modelId="{E4B58B39-312D-4BAA-A313-99805D71AD7B}" type="presOf" srcId="{2CAF94F7-3CD6-40DD-BB11-53C905AE8449}" destId="{107B3BC5-7808-44F2-8DED-6663237995E3}" srcOrd="0" destOrd="0" presId="urn:microsoft.com/office/officeart/2005/8/layout/radial1"/>
    <dgm:cxn modelId="{FFF389C5-BC1E-42DB-86FB-6BA83A1F27B9}" type="presOf" srcId="{F11FB186-4F4D-4E8B-A81E-99CE89AD98E2}" destId="{BEFE8C16-FB2A-4F37-BA86-6A85FABE0BB8}" srcOrd="0" destOrd="0" presId="urn:microsoft.com/office/officeart/2005/8/layout/radial1"/>
    <dgm:cxn modelId="{7C3FDCA4-E8A1-4AAF-86A7-35DD04119903}" type="presOf" srcId="{90FCCAD0-B53D-45E2-B6F8-7A137372D2B4}" destId="{1551EF3F-6D6D-46B4-870C-9BC98BB62B8D}" srcOrd="0" destOrd="0" presId="urn:microsoft.com/office/officeart/2005/8/layout/radial1"/>
    <dgm:cxn modelId="{7F848A32-A3D6-46EB-87D5-317468D5F261}" srcId="{90FCCAD0-B53D-45E2-B6F8-7A137372D2B4}" destId="{9D377071-21D0-4E8D-ABC0-7D5CC461FB84}" srcOrd="0" destOrd="0" parTransId="{F82015B8-56B1-4F82-8268-0CB82CC64DDF}" sibTransId="{32BFBA5B-76FC-455B-A6F6-06E2A7B37CFB}"/>
    <dgm:cxn modelId="{0D5931A5-AFF8-471A-985A-263D751F152B}" type="presOf" srcId="{F82015B8-56B1-4F82-8268-0CB82CC64DDF}" destId="{50E9005C-DF07-47BA-BEEA-B3F02DD8CF8E}" srcOrd="1" destOrd="0" presId="urn:microsoft.com/office/officeart/2005/8/layout/radial1"/>
    <dgm:cxn modelId="{C590D11A-2FD7-4BF7-885C-04F7E153693A}" type="presOf" srcId="{0B962D52-D98B-431F-9DA9-7D009E5AC299}" destId="{CD686AFF-9CE9-460B-8EF6-5B89D89EE759}" srcOrd="0" destOrd="0" presId="urn:microsoft.com/office/officeart/2005/8/layout/radial1"/>
    <dgm:cxn modelId="{5DD221D5-381E-4BAE-924F-38A4238BDDA7}" srcId="{F11FB186-4F4D-4E8B-A81E-99CE89AD98E2}" destId="{90FCCAD0-B53D-45E2-B6F8-7A137372D2B4}" srcOrd="0" destOrd="0" parTransId="{CD4D9ED2-2950-4131-816B-F48A91837935}" sibTransId="{FDACDD40-6B70-4090-A66C-F26BF03C3B7B}"/>
    <dgm:cxn modelId="{3F98125D-535E-4B43-A42E-CF0691BBE601}" type="presOf" srcId="{6D312171-EAEB-469E-AEDB-DF86DB0453F1}" destId="{3DC94B77-9604-4A11-88E8-CFCF8E8A189A}" srcOrd="1" destOrd="0" presId="urn:microsoft.com/office/officeart/2005/8/layout/radial1"/>
    <dgm:cxn modelId="{651702ED-AE76-4B8B-A033-D1827DBD97E2}" type="presOf" srcId="{F728C5EE-4DB4-4497-A050-DADB3A23AEB2}" destId="{45A5CADE-457F-4E48-8E5C-8252861757E9}" srcOrd="0" destOrd="0" presId="urn:microsoft.com/office/officeart/2005/8/layout/radial1"/>
    <dgm:cxn modelId="{2953FB67-6833-4BF5-BCDE-1072C8DC0AF7}" srcId="{90FCCAD0-B53D-45E2-B6F8-7A137372D2B4}" destId="{F728C5EE-4DB4-4497-A050-DADB3A23AEB2}" srcOrd="2" destOrd="0" parTransId="{E3C4BA45-DF3F-4B03-8365-EED1C2E326AB}" sibTransId="{FD63A7D7-7CD3-495D-8B5F-8F730CD72DAF}"/>
    <dgm:cxn modelId="{7B18A1AA-CF60-41EA-8E69-FE5B162DA13F}" type="presOf" srcId="{0B962D52-D98B-431F-9DA9-7D009E5AC299}" destId="{B8FD215B-E743-4313-9FEB-184148DEEA41}" srcOrd="1" destOrd="0" presId="urn:microsoft.com/office/officeart/2005/8/layout/radial1"/>
    <dgm:cxn modelId="{E0244AC5-BE3C-4BCB-AEA1-94BE23CDB010}" srcId="{90FCCAD0-B53D-45E2-B6F8-7A137372D2B4}" destId="{1FF7F775-F8BC-46BF-B2E5-FACC955BC7E2}" srcOrd="1" destOrd="0" parTransId="{6D312171-EAEB-469E-AEDB-DF86DB0453F1}" sibTransId="{C4421747-EB62-4167-B60E-277FC0A4178B}"/>
    <dgm:cxn modelId="{5660EB7C-5984-451C-BF7F-CB9E5820A057}" type="presOf" srcId="{E3C4BA45-DF3F-4B03-8365-EED1C2E326AB}" destId="{F85B6822-AC52-40CE-81DB-0303B7C2F562}" srcOrd="0" destOrd="0" presId="urn:microsoft.com/office/officeart/2005/8/layout/radial1"/>
    <dgm:cxn modelId="{A7A146B7-EE5A-405B-B33D-BD6338D69026}" type="presOf" srcId="{9D377071-21D0-4E8D-ABC0-7D5CC461FB84}" destId="{FB2B0C6E-6362-4661-A68F-2CA03DE39795}" srcOrd="0" destOrd="0" presId="urn:microsoft.com/office/officeart/2005/8/layout/radial1"/>
    <dgm:cxn modelId="{013DA631-9C2F-47FB-B605-A5F85482FDDE}" type="presOf" srcId="{F82015B8-56B1-4F82-8268-0CB82CC64DDF}" destId="{DB2B118A-73AF-4320-9F1C-7E3BDB210401}" srcOrd="0" destOrd="0" presId="urn:microsoft.com/office/officeart/2005/8/layout/radial1"/>
    <dgm:cxn modelId="{FDEDFAC5-8774-4B69-8D68-721E126409C2}" type="presOf" srcId="{1FF7F775-F8BC-46BF-B2E5-FACC955BC7E2}" destId="{04D86C29-E394-4F55-B05F-3E7CFE8BBD4E}" srcOrd="0" destOrd="0" presId="urn:microsoft.com/office/officeart/2005/8/layout/radial1"/>
    <dgm:cxn modelId="{DB36F253-AC2F-4CB3-92F0-7450D519E8C9}" type="presOf" srcId="{6D312171-EAEB-469E-AEDB-DF86DB0453F1}" destId="{0A562640-26D6-4CBC-9608-F544D755BFC6}" srcOrd="0" destOrd="0" presId="urn:microsoft.com/office/officeart/2005/8/layout/radial1"/>
    <dgm:cxn modelId="{4A5EC0F3-0D9B-4671-A4A0-B6CA1FB30C04}" type="presParOf" srcId="{BEFE8C16-FB2A-4F37-BA86-6A85FABE0BB8}" destId="{1551EF3F-6D6D-46B4-870C-9BC98BB62B8D}" srcOrd="0" destOrd="0" presId="urn:microsoft.com/office/officeart/2005/8/layout/radial1"/>
    <dgm:cxn modelId="{E2FEEAED-CF8E-4228-BB51-4BF9EC07D75D}" type="presParOf" srcId="{BEFE8C16-FB2A-4F37-BA86-6A85FABE0BB8}" destId="{DB2B118A-73AF-4320-9F1C-7E3BDB210401}" srcOrd="1" destOrd="0" presId="urn:microsoft.com/office/officeart/2005/8/layout/radial1"/>
    <dgm:cxn modelId="{6A073046-8680-4861-8DC6-6599D82D9F76}" type="presParOf" srcId="{DB2B118A-73AF-4320-9F1C-7E3BDB210401}" destId="{50E9005C-DF07-47BA-BEEA-B3F02DD8CF8E}" srcOrd="0" destOrd="0" presId="urn:microsoft.com/office/officeart/2005/8/layout/radial1"/>
    <dgm:cxn modelId="{4293C28A-6B39-42B9-BBF0-60BFC1C80382}" type="presParOf" srcId="{BEFE8C16-FB2A-4F37-BA86-6A85FABE0BB8}" destId="{FB2B0C6E-6362-4661-A68F-2CA03DE39795}" srcOrd="2" destOrd="0" presId="urn:microsoft.com/office/officeart/2005/8/layout/radial1"/>
    <dgm:cxn modelId="{B783E6FB-36F4-430C-8065-AA37404D2DE9}" type="presParOf" srcId="{BEFE8C16-FB2A-4F37-BA86-6A85FABE0BB8}" destId="{0A562640-26D6-4CBC-9608-F544D755BFC6}" srcOrd="3" destOrd="0" presId="urn:microsoft.com/office/officeart/2005/8/layout/radial1"/>
    <dgm:cxn modelId="{F290135C-169F-426A-A97C-06F51D01DCD8}" type="presParOf" srcId="{0A562640-26D6-4CBC-9608-F544D755BFC6}" destId="{3DC94B77-9604-4A11-88E8-CFCF8E8A189A}" srcOrd="0" destOrd="0" presId="urn:microsoft.com/office/officeart/2005/8/layout/radial1"/>
    <dgm:cxn modelId="{3A2B5A4A-1097-4CC4-99D9-5FB51F0AC0ED}" type="presParOf" srcId="{BEFE8C16-FB2A-4F37-BA86-6A85FABE0BB8}" destId="{04D86C29-E394-4F55-B05F-3E7CFE8BBD4E}" srcOrd="4" destOrd="0" presId="urn:microsoft.com/office/officeart/2005/8/layout/radial1"/>
    <dgm:cxn modelId="{5C09768D-42B6-45FE-91E3-CC7650D647A1}" type="presParOf" srcId="{BEFE8C16-FB2A-4F37-BA86-6A85FABE0BB8}" destId="{F85B6822-AC52-40CE-81DB-0303B7C2F562}" srcOrd="5" destOrd="0" presId="urn:microsoft.com/office/officeart/2005/8/layout/radial1"/>
    <dgm:cxn modelId="{99A91E21-5652-46FD-BA42-B8B05C1F70C5}" type="presParOf" srcId="{F85B6822-AC52-40CE-81DB-0303B7C2F562}" destId="{78D078C1-354B-42FA-8C8B-80503D1C69FB}" srcOrd="0" destOrd="0" presId="urn:microsoft.com/office/officeart/2005/8/layout/radial1"/>
    <dgm:cxn modelId="{3487F303-7A57-4176-854A-953D30C09584}" type="presParOf" srcId="{BEFE8C16-FB2A-4F37-BA86-6A85FABE0BB8}" destId="{45A5CADE-457F-4E48-8E5C-8252861757E9}" srcOrd="6" destOrd="0" presId="urn:microsoft.com/office/officeart/2005/8/layout/radial1"/>
    <dgm:cxn modelId="{EB645912-2FDD-4D89-92E8-8C785A0025C3}" type="presParOf" srcId="{BEFE8C16-FB2A-4F37-BA86-6A85FABE0BB8}" destId="{CD686AFF-9CE9-460B-8EF6-5B89D89EE759}" srcOrd="7" destOrd="0" presId="urn:microsoft.com/office/officeart/2005/8/layout/radial1"/>
    <dgm:cxn modelId="{A6E1B8C6-BDC8-4FAA-B451-22CB57801C82}" type="presParOf" srcId="{CD686AFF-9CE9-460B-8EF6-5B89D89EE759}" destId="{B8FD215B-E743-4313-9FEB-184148DEEA41}" srcOrd="0" destOrd="0" presId="urn:microsoft.com/office/officeart/2005/8/layout/radial1"/>
    <dgm:cxn modelId="{A268A04E-9343-46B9-9AF1-10A255C68D9A}" type="presParOf" srcId="{BEFE8C16-FB2A-4F37-BA86-6A85FABE0BB8}" destId="{107B3BC5-7808-44F2-8DED-6663237995E3}"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22E104-38BE-4756-A038-119DD301F52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B434637C-5361-43EF-805C-C1C7E0F5B687}">
      <dgm:prSet/>
      <dgm:spPr/>
      <dgm:t>
        <a:bodyPr/>
        <a:lstStyle/>
        <a:p>
          <a:r>
            <a:rPr lang="en-GB" dirty="0"/>
            <a:t>Perfectly voluntary: </a:t>
          </a:r>
          <a:endParaRPr lang="en-US" dirty="0"/>
        </a:p>
      </dgm:t>
    </dgm:pt>
    <dgm:pt modelId="{EA312A08-828B-440B-BBB3-F3F8B0778011}" type="parTrans" cxnId="{09DED39F-8B52-451F-8A7E-DF95688A6E87}">
      <dgm:prSet/>
      <dgm:spPr/>
      <dgm:t>
        <a:bodyPr/>
        <a:lstStyle/>
        <a:p>
          <a:endParaRPr lang="en-US"/>
        </a:p>
      </dgm:t>
    </dgm:pt>
    <dgm:pt modelId="{68C6EA80-F889-4436-94C9-66143F560DFC}" type="sibTrans" cxnId="{09DED39F-8B52-451F-8A7E-DF95688A6E87}">
      <dgm:prSet/>
      <dgm:spPr/>
      <dgm:t>
        <a:bodyPr/>
        <a:lstStyle/>
        <a:p>
          <a:endParaRPr lang="en-US"/>
        </a:p>
      </dgm:t>
    </dgm:pt>
    <dgm:pt modelId="{CF299F28-67B6-4BEB-BC14-AA63E24E371A}">
      <dgm:prSet/>
      <dgm:spPr/>
      <dgm:t>
        <a:bodyPr/>
        <a:lstStyle/>
        <a:p>
          <a:r>
            <a:rPr lang="en-GB" dirty="0"/>
            <a:t>Full knowledge and consent</a:t>
          </a:r>
          <a:endParaRPr lang="en-US" dirty="0"/>
        </a:p>
      </dgm:t>
    </dgm:pt>
    <dgm:pt modelId="{A1B04797-2C97-42D3-B45B-C8501A3071F8}" type="parTrans" cxnId="{637FA527-81AB-4D28-A897-4C1BE353C4FE}">
      <dgm:prSet/>
      <dgm:spPr/>
      <dgm:t>
        <a:bodyPr/>
        <a:lstStyle/>
        <a:p>
          <a:endParaRPr lang="en-US"/>
        </a:p>
      </dgm:t>
    </dgm:pt>
    <dgm:pt modelId="{7312CD1E-9335-4F25-8496-EE3C3181A026}" type="sibTrans" cxnId="{637FA527-81AB-4D28-A897-4C1BE353C4FE}">
      <dgm:prSet/>
      <dgm:spPr/>
      <dgm:t>
        <a:bodyPr/>
        <a:lstStyle/>
        <a:p>
          <a:endParaRPr lang="en-US"/>
        </a:p>
      </dgm:t>
    </dgm:pt>
    <dgm:pt modelId="{CC89B9F0-A391-4E98-9678-D86256CDDFC4}">
      <dgm:prSet/>
      <dgm:spPr/>
      <dgm:t>
        <a:bodyPr/>
        <a:lstStyle/>
        <a:p>
          <a:r>
            <a:rPr lang="en-GB" dirty="0"/>
            <a:t>Imperfectly voluntary: </a:t>
          </a:r>
          <a:endParaRPr lang="en-US" dirty="0"/>
        </a:p>
      </dgm:t>
    </dgm:pt>
    <dgm:pt modelId="{9EEF1E6D-81CC-465F-9D85-F348F1862DB1}" type="parTrans" cxnId="{0B736E73-5ED7-45B2-81F5-3176E48AB3DA}">
      <dgm:prSet/>
      <dgm:spPr/>
      <dgm:t>
        <a:bodyPr/>
        <a:lstStyle/>
        <a:p>
          <a:endParaRPr lang="en-US"/>
        </a:p>
      </dgm:t>
    </dgm:pt>
    <dgm:pt modelId="{AF579AF7-69D8-4A31-BCCC-52979A7B3C4C}" type="sibTrans" cxnId="{0B736E73-5ED7-45B2-81F5-3176E48AB3DA}">
      <dgm:prSet/>
      <dgm:spPr/>
      <dgm:t>
        <a:bodyPr/>
        <a:lstStyle/>
        <a:p>
          <a:endParaRPr lang="en-US"/>
        </a:p>
      </dgm:t>
    </dgm:pt>
    <dgm:pt modelId="{F5114C13-5AAF-4E05-BD02-C66E1566B43E}">
      <dgm:prSet/>
      <dgm:spPr/>
      <dgm:t>
        <a:bodyPr/>
        <a:lstStyle/>
        <a:p>
          <a:r>
            <a:rPr lang="en-GB" dirty="0"/>
            <a:t>Imperfect knowledge and/or imperfect consent</a:t>
          </a:r>
          <a:endParaRPr lang="en-US" dirty="0"/>
        </a:p>
      </dgm:t>
    </dgm:pt>
    <dgm:pt modelId="{9E3553F0-5F8E-47E5-A723-C97D0CBF065B}" type="parTrans" cxnId="{B2EEFE4F-6F92-46B0-86B7-6C1AA3C7DE51}">
      <dgm:prSet/>
      <dgm:spPr/>
      <dgm:t>
        <a:bodyPr/>
        <a:lstStyle/>
        <a:p>
          <a:endParaRPr lang="en-US"/>
        </a:p>
      </dgm:t>
    </dgm:pt>
    <dgm:pt modelId="{323A8A66-3C52-481E-995C-399BFF5D98B0}" type="sibTrans" cxnId="{B2EEFE4F-6F92-46B0-86B7-6C1AA3C7DE51}">
      <dgm:prSet/>
      <dgm:spPr/>
      <dgm:t>
        <a:bodyPr/>
        <a:lstStyle/>
        <a:p>
          <a:endParaRPr lang="en-US"/>
        </a:p>
      </dgm:t>
    </dgm:pt>
    <dgm:pt modelId="{4AB128EE-7F5B-4B0E-AA01-92D124A96028}">
      <dgm:prSet/>
      <dgm:spPr/>
      <dgm:t>
        <a:bodyPr/>
        <a:lstStyle/>
        <a:p>
          <a:r>
            <a:rPr lang="en-GB" dirty="0"/>
            <a:t>Involuntary: </a:t>
          </a:r>
          <a:endParaRPr lang="en-US" dirty="0"/>
        </a:p>
      </dgm:t>
    </dgm:pt>
    <dgm:pt modelId="{99241773-8E99-4557-8BE8-F20FC489C61A}" type="parTrans" cxnId="{DC6477E5-9EB2-4EAF-A484-7E51CA495A45}">
      <dgm:prSet/>
      <dgm:spPr/>
      <dgm:t>
        <a:bodyPr/>
        <a:lstStyle/>
        <a:p>
          <a:endParaRPr lang="en-US"/>
        </a:p>
      </dgm:t>
    </dgm:pt>
    <dgm:pt modelId="{5DA48B90-18DD-4A95-AEDA-4E537684EF69}" type="sibTrans" cxnId="{DC6477E5-9EB2-4EAF-A484-7E51CA495A45}">
      <dgm:prSet/>
      <dgm:spPr/>
      <dgm:t>
        <a:bodyPr/>
        <a:lstStyle/>
        <a:p>
          <a:endParaRPr lang="en-US"/>
        </a:p>
      </dgm:t>
    </dgm:pt>
    <dgm:pt modelId="{D5E0BC30-D9AA-4163-AD5D-6B1FE47099AD}">
      <dgm:prSet/>
      <dgm:spPr/>
      <dgm:t>
        <a:bodyPr/>
        <a:lstStyle/>
        <a:p>
          <a:r>
            <a:rPr lang="en-GB" dirty="0"/>
            <a:t>No knowledge or consent</a:t>
          </a:r>
          <a:endParaRPr lang="en-US" dirty="0"/>
        </a:p>
      </dgm:t>
    </dgm:pt>
    <dgm:pt modelId="{0C850A22-7A10-4FA9-B088-26C398819CB9}" type="parTrans" cxnId="{AC0AF534-9D16-4A27-9F6B-D84BF554C938}">
      <dgm:prSet/>
      <dgm:spPr/>
      <dgm:t>
        <a:bodyPr/>
        <a:lstStyle/>
        <a:p>
          <a:endParaRPr lang="en-US"/>
        </a:p>
      </dgm:t>
    </dgm:pt>
    <dgm:pt modelId="{C6E024F6-E7DA-471D-B2D1-3B22357DA24A}" type="sibTrans" cxnId="{AC0AF534-9D16-4A27-9F6B-D84BF554C938}">
      <dgm:prSet/>
      <dgm:spPr/>
      <dgm:t>
        <a:bodyPr/>
        <a:lstStyle/>
        <a:p>
          <a:endParaRPr lang="en-US"/>
        </a:p>
      </dgm:t>
    </dgm:pt>
    <dgm:pt modelId="{FE7C947A-DD88-44DC-9302-5C405CFE4559}">
      <dgm:prSet/>
      <dgm:spPr/>
      <dgm:t>
        <a:bodyPr/>
        <a:lstStyle/>
        <a:p>
          <a:r>
            <a:rPr lang="en-GB" dirty="0"/>
            <a:t>Mixed acts/double effect: </a:t>
          </a:r>
          <a:endParaRPr lang="en-US" dirty="0"/>
        </a:p>
      </dgm:t>
    </dgm:pt>
    <dgm:pt modelId="{ADCDA5F8-34DC-41FF-ABE0-0B0BB4A85FB9}" type="parTrans" cxnId="{40AF231B-84FF-44C0-83BE-84EBF8725289}">
      <dgm:prSet/>
      <dgm:spPr/>
      <dgm:t>
        <a:bodyPr/>
        <a:lstStyle/>
        <a:p>
          <a:endParaRPr lang="en-US"/>
        </a:p>
      </dgm:t>
    </dgm:pt>
    <dgm:pt modelId="{9C604B85-070E-4388-90CF-7ECE52E1E3E0}" type="sibTrans" cxnId="{40AF231B-84FF-44C0-83BE-84EBF8725289}">
      <dgm:prSet/>
      <dgm:spPr/>
      <dgm:t>
        <a:bodyPr/>
        <a:lstStyle/>
        <a:p>
          <a:endParaRPr lang="en-US"/>
        </a:p>
      </dgm:t>
    </dgm:pt>
    <dgm:pt modelId="{CA1AB07A-76A3-498D-8662-FE78AD338D78}">
      <dgm:prSet/>
      <dgm:spPr/>
      <dgm:t>
        <a:bodyPr/>
        <a:lstStyle/>
        <a:p>
          <a:r>
            <a:rPr lang="en-GB" dirty="0"/>
            <a:t>Direct object known  + wanted AND indirect object known but not wanted</a:t>
          </a:r>
          <a:endParaRPr lang="en-US" dirty="0"/>
        </a:p>
      </dgm:t>
    </dgm:pt>
    <dgm:pt modelId="{8BE7005A-359E-48FE-892D-44C246A9CF8D}" type="parTrans" cxnId="{89635A0E-1EFA-4A10-B90D-51E6CF56BDF0}">
      <dgm:prSet/>
      <dgm:spPr/>
      <dgm:t>
        <a:bodyPr/>
        <a:lstStyle/>
        <a:p>
          <a:endParaRPr lang="en-US"/>
        </a:p>
      </dgm:t>
    </dgm:pt>
    <dgm:pt modelId="{92D9A9BE-77A6-4789-A9BD-6A7888CA1C10}" type="sibTrans" cxnId="{89635A0E-1EFA-4A10-B90D-51E6CF56BDF0}">
      <dgm:prSet/>
      <dgm:spPr/>
      <dgm:t>
        <a:bodyPr/>
        <a:lstStyle/>
        <a:p>
          <a:endParaRPr lang="en-US"/>
        </a:p>
      </dgm:t>
    </dgm:pt>
    <dgm:pt modelId="{946ADF49-9352-4F3C-A4C6-9618E66A7C94}">
      <dgm:prSet/>
      <dgm:spPr/>
      <dgm:t>
        <a:bodyPr/>
        <a:lstStyle/>
        <a:p>
          <a:r>
            <a:rPr lang="en-GB" dirty="0"/>
            <a:t>Omission: </a:t>
          </a:r>
          <a:endParaRPr lang="en-US" dirty="0"/>
        </a:p>
      </dgm:t>
    </dgm:pt>
    <dgm:pt modelId="{DC0B29BA-3BC8-4B94-A121-6C818BD58108}" type="parTrans" cxnId="{03272A95-820F-4296-A448-2FF9EF2D3A09}">
      <dgm:prSet/>
      <dgm:spPr/>
      <dgm:t>
        <a:bodyPr/>
        <a:lstStyle/>
        <a:p>
          <a:endParaRPr lang="en-US"/>
        </a:p>
      </dgm:t>
    </dgm:pt>
    <dgm:pt modelId="{946600A2-E5A0-4C66-B93F-356507CDB8EC}" type="sibTrans" cxnId="{03272A95-820F-4296-A448-2FF9EF2D3A09}">
      <dgm:prSet/>
      <dgm:spPr/>
      <dgm:t>
        <a:bodyPr/>
        <a:lstStyle/>
        <a:p>
          <a:endParaRPr lang="en-US"/>
        </a:p>
      </dgm:t>
    </dgm:pt>
    <dgm:pt modelId="{B9E2AFA7-9573-4CE5-8B6D-DAA47512B2DA}">
      <dgm:prSet/>
      <dgm:spPr/>
      <dgm:t>
        <a:bodyPr/>
        <a:lstStyle/>
        <a:p>
          <a:r>
            <a:rPr lang="en-GB" dirty="0"/>
            <a:t>Know + choose not to act OR abstain from any decision/action</a:t>
          </a:r>
          <a:endParaRPr lang="en-US" dirty="0"/>
        </a:p>
      </dgm:t>
    </dgm:pt>
    <dgm:pt modelId="{D5708579-E596-425F-A14F-B8444A792581}" type="parTrans" cxnId="{BD3E4425-6F13-4160-8CEE-17B2BB69C73D}">
      <dgm:prSet/>
      <dgm:spPr/>
      <dgm:t>
        <a:bodyPr/>
        <a:lstStyle/>
        <a:p>
          <a:endParaRPr lang="en-US"/>
        </a:p>
      </dgm:t>
    </dgm:pt>
    <dgm:pt modelId="{3459BCF6-1A6B-47BE-ABAD-DB8212C22C8F}" type="sibTrans" cxnId="{BD3E4425-6F13-4160-8CEE-17B2BB69C73D}">
      <dgm:prSet/>
      <dgm:spPr/>
      <dgm:t>
        <a:bodyPr/>
        <a:lstStyle/>
        <a:p>
          <a:endParaRPr lang="en-US"/>
        </a:p>
      </dgm:t>
    </dgm:pt>
    <dgm:pt modelId="{73D17D68-9786-4381-B890-01C565EBDC6D}" type="pres">
      <dgm:prSet presAssocID="{3822E104-38BE-4756-A038-119DD301F52E}" presName="linear" presStyleCnt="0">
        <dgm:presLayoutVars>
          <dgm:animLvl val="lvl"/>
          <dgm:resizeHandles val="exact"/>
        </dgm:presLayoutVars>
      </dgm:prSet>
      <dgm:spPr/>
      <dgm:t>
        <a:bodyPr/>
        <a:lstStyle/>
        <a:p>
          <a:endParaRPr lang="en-US"/>
        </a:p>
      </dgm:t>
    </dgm:pt>
    <dgm:pt modelId="{170514BF-5895-4449-8D01-58CAB35C3B79}" type="pres">
      <dgm:prSet presAssocID="{B434637C-5361-43EF-805C-C1C7E0F5B687}" presName="parentText" presStyleLbl="node1" presStyleIdx="0" presStyleCnt="5">
        <dgm:presLayoutVars>
          <dgm:chMax val="0"/>
          <dgm:bulletEnabled val="1"/>
        </dgm:presLayoutVars>
      </dgm:prSet>
      <dgm:spPr/>
      <dgm:t>
        <a:bodyPr/>
        <a:lstStyle/>
        <a:p>
          <a:endParaRPr lang="en-US"/>
        </a:p>
      </dgm:t>
    </dgm:pt>
    <dgm:pt modelId="{563FE33E-5722-470A-9C7C-B7CB3FE618B2}" type="pres">
      <dgm:prSet presAssocID="{B434637C-5361-43EF-805C-C1C7E0F5B687}" presName="childText" presStyleLbl="revTx" presStyleIdx="0" presStyleCnt="5">
        <dgm:presLayoutVars>
          <dgm:bulletEnabled val="1"/>
        </dgm:presLayoutVars>
      </dgm:prSet>
      <dgm:spPr/>
      <dgm:t>
        <a:bodyPr/>
        <a:lstStyle/>
        <a:p>
          <a:endParaRPr lang="en-US"/>
        </a:p>
      </dgm:t>
    </dgm:pt>
    <dgm:pt modelId="{C6785F3B-36A1-410E-A28B-497D8419DE66}" type="pres">
      <dgm:prSet presAssocID="{CC89B9F0-A391-4E98-9678-D86256CDDFC4}" presName="parentText" presStyleLbl="node1" presStyleIdx="1" presStyleCnt="5">
        <dgm:presLayoutVars>
          <dgm:chMax val="0"/>
          <dgm:bulletEnabled val="1"/>
        </dgm:presLayoutVars>
      </dgm:prSet>
      <dgm:spPr/>
      <dgm:t>
        <a:bodyPr/>
        <a:lstStyle/>
        <a:p>
          <a:endParaRPr lang="en-US"/>
        </a:p>
      </dgm:t>
    </dgm:pt>
    <dgm:pt modelId="{E903BF4B-34E8-492A-8266-6816DEC38465}" type="pres">
      <dgm:prSet presAssocID="{CC89B9F0-A391-4E98-9678-D86256CDDFC4}" presName="childText" presStyleLbl="revTx" presStyleIdx="1" presStyleCnt="5">
        <dgm:presLayoutVars>
          <dgm:bulletEnabled val="1"/>
        </dgm:presLayoutVars>
      </dgm:prSet>
      <dgm:spPr/>
      <dgm:t>
        <a:bodyPr/>
        <a:lstStyle/>
        <a:p>
          <a:endParaRPr lang="en-US"/>
        </a:p>
      </dgm:t>
    </dgm:pt>
    <dgm:pt modelId="{CFE2D7D1-1299-4EF2-A237-0D1915538A56}" type="pres">
      <dgm:prSet presAssocID="{4AB128EE-7F5B-4B0E-AA01-92D124A96028}" presName="parentText" presStyleLbl="node1" presStyleIdx="2" presStyleCnt="5">
        <dgm:presLayoutVars>
          <dgm:chMax val="0"/>
          <dgm:bulletEnabled val="1"/>
        </dgm:presLayoutVars>
      </dgm:prSet>
      <dgm:spPr/>
      <dgm:t>
        <a:bodyPr/>
        <a:lstStyle/>
        <a:p>
          <a:endParaRPr lang="en-US"/>
        </a:p>
      </dgm:t>
    </dgm:pt>
    <dgm:pt modelId="{463ED1D6-FC94-4F8F-8A59-FF26585FF96A}" type="pres">
      <dgm:prSet presAssocID="{4AB128EE-7F5B-4B0E-AA01-92D124A96028}" presName="childText" presStyleLbl="revTx" presStyleIdx="2" presStyleCnt="5">
        <dgm:presLayoutVars>
          <dgm:bulletEnabled val="1"/>
        </dgm:presLayoutVars>
      </dgm:prSet>
      <dgm:spPr/>
      <dgm:t>
        <a:bodyPr/>
        <a:lstStyle/>
        <a:p>
          <a:endParaRPr lang="en-US"/>
        </a:p>
      </dgm:t>
    </dgm:pt>
    <dgm:pt modelId="{740E3F2F-F74F-427F-B9B0-8017FB432DB0}" type="pres">
      <dgm:prSet presAssocID="{FE7C947A-DD88-44DC-9302-5C405CFE4559}" presName="parentText" presStyleLbl="node1" presStyleIdx="3" presStyleCnt="5">
        <dgm:presLayoutVars>
          <dgm:chMax val="0"/>
          <dgm:bulletEnabled val="1"/>
        </dgm:presLayoutVars>
      </dgm:prSet>
      <dgm:spPr/>
      <dgm:t>
        <a:bodyPr/>
        <a:lstStyle/>
        <a:p>
          <a:endParaRPr lang="en-US"/>
        </a:p>
      </dgm:t>
    </dgm:pt>
    <dgm:pt modelId="{8DCFC7A0-C54A-45CE-BD59-9FE7B1EEC7E2}" type="pres">
      <dgm:prSet presAssocID="{FE7C947A-DD88-44DC-9302-5C405CFE4559}" presName="childText" presStyleLbl="revTx" presStyleIdx="3" presStyleCnt="5">
        <dgm:presLayoutVars>
          <dgm:bulletEnabled val="1"/>
        </dgm:presLayoutVars>
      </dgm:prSet>
      <dgm:spPr/>
      <dgm:t>
        <a:bodyPr/>
        <a:lstStyle/>
        <a:p>
          <a:endParaRPr lang="en-US"/>
        </a:p>
      </dgm:t>
    </dgm:pt>
    <dgm:pt modelId="{D08AFFAD-F020-4A56-BA77-4D4DCB942110}" type="pres">
      <dgm:prSet presAssocID="{946ADF49-9352-4F3C-A4C6-9618E66A7C94}" presName="parentText" presStyleLbl="node1" presStyleIdx="4" presStyleCnt="5">
        <dgm:presLayoutVars>
          <dgm:chMax val="0"/>
          <dgm:bulletEnabled val="1"/>
        </dgm:presLayoutVars>
      </dgm:prSet>
      <dgm:spPr/>
      <dgm:t>
        <a:bodyPr/>
        <a:lstStyle/>
        <a:p>
          <a:endParaRPr lang="en-US"/>
        </a:p>
      </dgm:t>
    </dgm:pt>
    <dgm:pt modelId="{E7F8763F-2194-40CD-95C3-3F2088456C41}" type="pres">
      <dgm:prSet presAssocID="{946ADF49-9352-4F3C-A4C6-9618E66A7C94}" presName="childText" presStyleLbl="revTx" presStyleIdx="4" presStyleCnt="5">
        <dgm:presLayoutVars>
          <dgm:bulletEnabled val="1"/>
        </dgm:presLayoutVars>
      </dgm:prSet>
      <dgm:spPr/>
      <dgm:t>
        <a:bodyPr/>
        <a:lstStyle/>
        <a:p>
          <a:endParaRPr lang="en-US"/>
        </a:p>
      </dgm:t>
    </dgm:pt>
  </dgm:ptLst>
  <dgm:cxnLst>
    <dgm:cxn modelId="{74AB0040-DDBB-4B1B-8FD9-6574A81A0282}" type="presOf" srcId="{CF299F28-67B6-4BEB-BC14-AA63E24E371A}" destId="{563FE33E-5722-470A-9C7C-B7CB3FE618B2}" srcOrd="0" destOrd="0" presId="urn:microsoft.com/office/officeart/2005/8/layout/vList2"/>
    <dgm:cxn modelId="{30835582-616F-4266-B8EA-35F2D98376F7}" type="presOf" srcId="{CA1AB07A-76A3-498D-8662-FE78AD338D78}" destId="{8DCFC7A0-C54A-45CE-BD59-9FE7B1EEC7E2}" srcOrd="0" destOrd="0" presId="urn:microsoft.com/office/officeart/2005/8/layout/vList2"/>
    <dgm:cxn modelId="{03272A95-820F-4296-A448-2FF9EF2D3A09}" srcId="{3822E104-38BE-4756-A038-119DD301F52E}" destId="{946ADF49-9352-4F3C-A4C6-9618E66A7C94}" srcOrd="4" destOrd="0" parTransId="{DC0B29BA-3BC8-4B94-A121-6C818BD58108}" sibTransId="{946600A2-E5A0-4C66-B93F-356507CDB8EC}"/>
    <dgm:cxn modelId="{637FA527-81AB-4D28-A897-4C1BE353C4FE}" srcId="{B434637C-5361-43EF-805C-C1C7E0F5B687}" destId="{CF299F28-67B6-4BEB-BC14-AA63E24E371A}" srcOrd="0" destOrd="0" parTransId="{A1B04797-2C97-42D3-B45B-C8501A3071F8}" sibTransId="{7312CD1E-9335-4F25-8496-EE3C3181A026}"/>
    <dgm:cxn modelId="{BD3E4425-6F13-4160-8CEE-17B2BB69C73D}" srcId="{946ADF49-9352-4F3C-A4C6-9618E66A7C94}" destId="{B9E2AFA7-9573-4CE5-8B6D-DAA47512B2DA}" srcOrd="0" destOrd="0" parTransId="{D5708579-E596-425F-A14F-B8444A792581}" sibTransId="{3459BCF6-1A6B-47BE-ABAD-DB8212C22C8F}"/>
    <dgm:cxn modelId="{9856EFA9-3211-4E7A-A582-B76D29C0B5FE}" type="presOf" srcId="{946ADF49-9352-4F3C-A4C6-9618E66A7C94}" destId="{D08AFFAD-F020-4A56-BA77-4D4DCB942110}" srcOrd="0" destOrd="0" presId="urn:microsoft.com/office/officeart/2005/8/layout/vList2"/>
    <dgm:cxn modelId="{CA410682-0FAF-4AE9-B103-5C439CE57350}" type="presOf" srcId="{B434637C-5361-43EF-805C-C1C7E0F5B687}" destId="{170514BF-5895-4449-8D01-58CAB35C3B79}" srcOrd="0" destOrd="0" presId="urn:microsoft.com/office/officeart/2005/8/layout/vList2"/>
    <dgm:cxn modelId="{2FADABF6-F373-475B-9924-46431FBABD31}" type="presOf" srcId="{F5114C13-5AAF-4E05-BD02-C66E1566B43E}" destId="{E903BF4B-34E8-492A-8266-6816DEC38465}" srcOrd="0" destOrd="0" presId="urn:microsoft.com/office/officeart/2005/8/layout/vList2"/>
    <dgm:cxn modelId="{427573A8-AF9E-44B3-A0EE-EC4F0D139BF3}" type="presOf" srcId="{D5E0BC30-D9AA-4163-AD5D-6B1FE47099AD}" destId="{463ED1D6-FC94-4F8F-8A59-FF26585FF96A}" srcOrd="0" destOrd="0" presId="urn:microsoft.com/office/officeart/2005/8/layout/vList2"/>
    <dgm:cxn modelId="{09DED39F-8B52-451F-8A7E-DF95688A6E87}" srcId="{3822E104-38BE-4756-A038-119DD301F52E}" destId="{B434637C-5361-43EF-805C-C1C7E0F5B687}" srcOrd="0" destOrd="0" parTransId="{EA312A08-828B-440B-BBB3-F3F8B0778011}" sibTransId="{68C6EA80-F889-4436-94C9-66143F560DFC}"/>
    <dgm:cxn modelId="{149ABF97-9AE9-4FD4-BDAA-C16BFCAA750E}" type="presOf" srcId="{CC89B9F0-A391-4E98-9678-D86256CDDFC4}" destId="{C6785F3B-36A1-410E-A28B-497D8419DE66}" srcOrd="0" destOrd="0" presId="urn:microsoft.com/office/officeart/2005/8/layout/vList2"/>
    <dgm:cxn modelId="{E6889F17-6E9C-4A3D-8268-8F6283FF5F25}" type="presOf" srcId="{3822E104-38BE-4756-A038-119DD301F52E}" destId="{73D17D68-9786-4381-B890-01C565EBDC6D}" srcOrd="0" destOrd="0" presId="urn:microsoft.com/office/officeart/2005/8/layout/vList2"/>
    <dgm:cxn modelId="{40AF231B-84FF-44C0-83BE-84EBF8725289}" srcId="{3822E104-38BE-4756-A038-119DD301F52E}" destId="{FE7C947A-DD88-44DC-9302-5C405CFE4559}" srcOrd="3" destOrd="0" parTransId="{ADCDA5F8-34DC-41FF-ABE0-0B0BB4A85FB9}" sibTransId="{9C604B85-070E-4388-90CF-7ECE52E1E3E0}"/>
    <dgm:cxn modelId="{B2EEFE4F-6F92-46B0-86B7-6C1AA3C7DE51}" srcId="{CC89B9F0-A391-4E98-9678-D86256CDDFC4}" destId="{F5114C13-5AAF-4E05-BD02-C66E1566B43E}" srcOrd="0" destOrd="0" parTransId="{9E3553F0-5F8E-47E5-A723-C97D0CBF065B}" sibTransId="{323A8A66-3C52-481E-995C-399BFF5D98B0}"/>
    <dgm:cxn modelId="{50DF9875-9A77-409E-8FBC-53BC333E51ED}" type="presOf" srcId="{FE7C947A-DD88-44DC-9302-5C405CFE4559}" destId="{740E3F2F-F74F-427F-B9B0-8017FB432DB0}" srcOrd="0" destOrd="0" presId="urn:microsoft.com/office/officeart/2005/8/layout/vList2"/>
    <dgm:cxn modelId="{3C564E9C-1EB6-4C32-9463-398A85353076}" type="presOf" srcId="{4AB128EE-7F5B-4B0E-AA01-92D124A96028}" destId="{CFE2D7D1-1299-4EF2-A237-0D1915538A56}" srcOrd="0" destOrd="0" presId="urn:microsoft.com/office/officeart/2005/8/layout/vList2"/>
    <dgm:cxn modelId="{AC0AF534-9D16-4A27-9F6B-D84BF554C938}" srcId="{4AB128EE-7F5B-4B0E-AA01-92D124A96028}" destId="{D5E0BC30-D9AA-4163-AD5D-6B1FE47099AD}" srcOrd="0" destOrd="0" parTransId="{0C850A22-7A10-4FA9-B088-26C398819CB9}" sibTransId="{C6E024F6-E7DA-471D-B2D1-3B22357DA24A}"/>
    <dgm:cxn modelId="{D8026673-E285-4884-A11F-0F0A60FF9F5F}" type="presOf" srcId="{B9E2AFA7-9573-4CE5-8B6D-DAA47512B2DA}" destId="{E7F8763F-2194-40CD-95C3-3F2088456C41}" srcOrd="0" destOrd="0" presId="urn:microsoft.com/office/officeart/2005/8/layout/vList2"/>
    <dgm:cxn modelId="{89635A0E-1EFA-4A10-B90D-51E6CF56BDF0}" srcId="{FE7C947A-DD88-44DC-9302-5C405CFE4559}" destId="{CA1AB07A-76A3-498D-8662-FE78AD338D78}" srcOrd="0" destOrd="0" parTransId="{8BE7005A-359E-48FE-892D-44C246A9CF8D}" sibTransId="{92D9A9BE-77A6-4789-A9BD-6A7888CA1C10}"/>
    <dgm:cxn modelId="{DC6477E5-9EB2-4EAF-A484-7E51CA495A45}" srcId="{3822E104-38BE-4756-A038-119DD301F52E}" destId="{4AB128EE-7F5B-4B0E-AA01-92D124A96028}" srcOrd="2" destOrd="0" parTransId="{99241773-8E99-4557-8BE8-F20FC489C61A}" sibTransId="{5DA48B90-18DD-4A95-AEDA-4E537684EF69}"/>
    <dgm:cxn modelId="{0B736E73-5ED7-45B2-81F5-3176E48AB3DA}" srcId="{3822E104-38BE-4756-A038-119DD301F52E}" destId="{CC89B9F0-A391-4E98-9678-D86256CDDFC4}" srcOrd="1" destOrd="0" parTransId="{9EEF1E6D-81CC-465F-9D85-F348F1862DB1}" sibTransId="{AF579AF7-69D8-4A31-BCCC-52979A7B3C4C}"/>
    <dgm:cxn modelId="{04CED0FD-3464-4960-A859-F3C20960E383}" type="presParOf" srcId="{73D17D68-9786-4381-B890-01C565EBDC6D}" destId="{170514BF-5895-4449-8D01-58CAB35C3B79}" srcOrd="0" destOrd="0" presId="urn:microsoft.com/office/officeart/2005/8/layout/vList2"/>
    <dgm:cxn modelId="{EE8AA08B-7C85-4565-81A6-8C3E2A599FC6}" type="presParOf" srcId="{73D17D68-9786-4381-B890-01C565EBDC6D}" destId="{563FE33E-5722-470A-9C7C-B7CB3FE618B2}" srcOrd="1" destOrd="0" presId="urn:microsoft.com/office/officeart/2005/8/layout/vList2"/>
    <dgm:cxn modelId="{95EB14B8-54C5-4360-B878-521A9BF28644}" type="presParOf" srcId="{73D17D68-9786-4381-B890-01C565EBDC6D}" destId="{C6785F3B-36A1-410E-A28B-497D8419DE66}" srcOrd="2" destOrd="0" presId="urn:microsoft.com/office/officeart/2005/8/layout/vList2"/>
    <dgm:cxn modelId="{F7EB313B-73F1-4FA3-BC2E-0F4D883E583D}" type="presParOf" srcId="{73D17D68-9786-4381-B890-01C565EBDC6D}" destId="{E903BF4B-34E8-492A-8266-6816DEC38465}" srcOrd="3" destOrd="0" presId="urn:microsoft.com/office/officeart/2005/8/layout/vList2"/>
    <dgm:cxn modelId="{C322B03D-6C14-4B0F-930A-9A2F10A9CBA6}" type="presParOf" srcId="{73D17D68-9786-4381-B890-01C565EBDC6D}" destId="{CFE2D7D1-1299-4EF2-A237-0D1915538A56}" srcOrd="4" destOrd="0" presId="urn:microsoft.com/office/officeart/2005/8/layout/vList2"/>
    <dgm:cxn modelId="{E7A5E098-178C-4C14-A59C-992604BD80A0}" type="presParOf" srcId="{73D17D68-9786-4381-B890-01C565EBDC6D}" destId="{463ED1D6-FC94-4F8F-8A59-FF26585FF96A}" srcOrd="5" destOrd="0" presId="urn:microsoft.com/office/officeart/2005/8/layout/vList2"/>
    <dgm:cxn modelId="{DA5C4245-12D2-4BB4-B5DC-0D3706543E20}" type="presParOf" srcId="{73D17D68-9786-4381-B890-01C565EBDC6D}" destId="{740E3F2F-F74F-427F-B9B0-8017FB432DB0}" srcOrd="6" destOrd="0" presId="urn:microsoft.com/office/officeart/2005/8/layout/vList2"/>
    <dgm:cxn modelId="{98556C9C-A10A-4053-8071-31820B6342F1}" type="presParOf" srcId="{73D17D68-9786-4381-B890-01C565EBDC6D}" destId="{8DCFC7A0-C54A-45CE-BD59-9FE7B1EEC7E2}" srcOrd="7" destOrd="0" presId="urn:microsoft.com/office/officeart/2005/8/layout/vList2"/>
    <dgm:cxn modelId="{5A691652-A498-4896-8DD2-0C98E653C0A0}" type="presParOf" srcId="{73D17D68-9786-4381-B890-01C565EBDC6D}" destId="{D08AFFAD-F020-4A56-BA77-4D4DCB942110}" srcOrd="8" destOrd="0" presId="urn:microsoft.com/office/officeart/2005/8/layout/vList2"/>
    <dgm:cxn modelId="{81D48E90-85B2-4163-A86B-941B295C174D}" type="presParOf" srcId="{73D17D68-9786-4381-B890-01C565EBDC6D}" destId="{E7F8763F-2194-40CD-95C3-3F2088456C41}"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6D2775A-59EE-46A5-9BF5-49A6A5A1CD8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FA9D011-FA64-4D2C-B1CF-F29DB4366E44}">
      <dgm:prSet/>
      <dgm:spPr/>
      <dgm:t>
        <a:bodyPr/>
        <a:lstStyle/>
        <a:p>
          <a:r>
            <a:rPr lang="en-GB" dirty="0"/>
            <a:t>Coming to class today</a:t>
          </a:r>
          <a:endParaRPr lang="en-US" dirty="0"/>
        </a:p>
      </dgm:t>
    </dgm:pt>
    <dgm:pt modelId="{FB65D6A4-F9B4-4C26-8D08-BD07DD0D2B80}" type="parTrans" cxnId="{E306BA0F-5F29-4B2A-B07C-913C34D421C5}">
      <dgm:prSet/>
      <dgm:spPr/>
      <dgm:t>
        <a:bodyPr/>
        <a:lstStyle/>
        <a:p>
          <a:endParaRPr lang="en-US"/>
        </a:p>
      </dgm:t>
    </dgm:pt>
    <dgm:pt modelId="{6CF1764F-B249-492C-8900-133D9168B904}" type="sibTrans" cxnId="{E306BA0F-5F29-4B2A-B07C-913C34D421C5}">
      <dgm:prSet/>
      <dgm:spPr/>
      <dgm:t>
        <a:bodyPr/>
        <a:lstStyle/>
        <a:p>
          <a:endParaRPr lang="en-US"/>
        </a:p>
      </dgm:t>
    </dgm:pt>
    <dgm:pt modelId="{05EB88E5-83DC-4B27-9EE9-32AA57E188F6}">
      <dgm:prSet/>
      <dgm:spPr/>
      <dgm:t>
        <a:bodyPr/>
        <a:lstStyle/>
        <a:p>
          <a:r>
            <a:rPr lang="en-GB" dirty="0"/>
            <a:t>Did it involve your intellect? </a:t>
          </a:r>
          <a:endParaRPr lang="en-US" dirty="0"/>
        </a:p>
      </dgm:t>
    </dgm:pt>
    <dgm:pt modelId="{EB91E411-6EE4-4EC3-AB84-72F4A0DB8B2B}" type="parTrans" cxnId="{507D1CD6-FEF2-4174-9C1D-85766A951A32}">
      <dgm:prSet/>
      <dgm:spPr/>
      <dgm:t>
        <a:bodyPr/>
        <a:lstStyle/>
        <a:p>
          <a:endParaRPr lang="en-US"/>
        </a:p>
      </dgm:t>
    </dgm:pt>
    <dgm:pt modelId="{4AAFC336-70A0-4F1E-A1C0-ED9A28E175DE}" type="sibTrans" cxnId="{507D1CD6-FEF2-4174-9C1D-85766A951A32}">
      <dgm:prSet/>
      <dgm:spPr/>
      <dgm:t>
        <a:bodyPr/>
        <a:lstStyle/>
        <a:p>
          <a:endParaRPr lang="en-US"/>
        </a:p>
      </dgm:t>
    </dgm:pt>
    <dgm:pt modelId="{9E791944-5E0F-4ACB-AB51-B5B08CC32507}">
      <dgm:prSet/>
      <dgm:spPr/>
      <dgm:t>
        <a:bodyPr/>
        <a:lstStyle/>
        <a:p>
          <a:r>
            <a:rPr lang="en-GB" dirty="0"/>
            <a:t>Did it involve your will? </a:t>
          </a:r>
          <a:endParaRPr lang="en-US" dirty="0"/>
        </a:p>
      </dgm:t>
    </dgm:pt>
    <dgm:pt modelId="{D245769A-DF4F-44F6-BE18-A3D3744783EE}" type="parTrans" cxnId="{8BD906A5-C9A6-4D19-A778-60EDC445BF7A}">
      <dgm:prSet/>
      <dgm:spPr/>
      <dgm:t>
        <a:bodyPr/>
        <a:lstStyle/>
        <a:p>
          <a:endParaRPr lang="en-US"/>
        </a:p>
      </dgm:t>
    </dgm:pt>
    <dgm:pt modelId="{5D6D1248-4CD3-4CAC-9B9E-5251D9730618}" type="sibTrans" cxnId="{8BD906A5-C9A6-4D19-A778-60EDC445BF7A}">
      <dgm:prSet/>
      <dgm:spPr/>
      <dgm:t>
        <a:bodyPr/>
        <a:lstStyle/>
        <a:p>
          <a:endParaRPr lang="en-US"/>
        </a:p>
      </dgm:t>
    </dgm:pt>
    <dgm:pt modelId="{A7DDF115-4E06-4EA9-A4CC-823ACBFB2E15}">
      <dgm:prSet/>
      <dgm:spPr/>
      <dgm:t>
        <a:bodyPr/>
        <a:lstStyle/>
        <a:p>
          <a:r>
            <a:rPr lang="en-GB" dirty="0"/>
            <a:t>How?</a:t>
          </a:r>
          <a:endParaRPr lang="en-US" dirty="0"/>
        </a:p>
      </dgm:t>
    </dgm:pt>
    <dgm:pt modelId="{C3F88637-F539-4E75-AA93-E7B9EEB3EC1F}" type="parTrans" cxnId="{938AF23A-BF78-436D-A4C9-77C087EF417D}">
      <dgm:prSet/>
      <dgm:spPr/>
      <dgm:t>
        <a:bodyPr/>
        <a:lstStyle/>
        <a:p>
          <a:endParaRPr lang="en-GB"/>
        </a:p>
      </dgm:t>
    </dgm:pt>
    <dgm:pt modelId="{ABA85973-1714-43E1-A3BA-EE207A7BF5CB}" type="sibTrans" cxnId="{938AF23A-BF78-436D-A4C9-77C087EF417D}">
      <dgm:prSet/>
      <dgm:spPr/>
      <dgm:t>
        <a:bodyPr/>
        <a:lstStyle/>
        <a:p>
          <a:endParaRPr lang="en-GB"/>
        </a:p>
      </dgm:t>
    </dgm:pt>
    <dgm:pt modelId="{84E22591-B00F-4AFE-8245-0D32FCC45BD9}">
      <dgm:prSet/>
      <dgm:spPr/>
      <dgm:t>
        <a:bodyPr/>
        <a:lstStyle/>
        <a:p>
          <a:r>
            <a:rPr lang="en-GB" dirty="0"/>
            <a:t>How?</a:t>
          </a:r>
          <a:endParaRPr lang="en-US" dirty="0"/>
        </a:p>
      </dgm:t>
    </dgm:pt>
    <dgm:pt modelId="{191AC582-7217-4D04-A7FD-E48E077AF08B}" type="parTrans" cxnId="{F727E971-AF75-4EC9-AD1D-16BE1141EF2E}">
      <dgm:prSet/>
      <dgm:spPr/>
      <dgm:t>
        <a:bodyPr/>
        <a:lstStyle/>
        <a:p>
          <a:endParaRPr lang="en-GB"/>
        </a:p>
      </dgm:t>
    </dgm:pt>
    <dgm:pt modelId="{166810C5-C1E2-4E7F-9C44-5A4AE5654E8F}" type="sibTrans" cxnId="{F727E971-AF75-4EC9-AD1D-16BE1141EF2E}">
      <dgm:prSet/>
      <dgm:spPr/>
      <dgm:t>
        <a:bodyPr/>
        <a:lstStyle/>
        <a:p>
          <a:endParaRPr lang="en-GB"/>
        </a:p>
      </dgm:t>
    </dgm:pt>
    <dgm:pt modelId="{EC22AA8B-9042-4815-AC7D-8E23A31171DE}" type="pres">
      <dgm:prSet presAssocID="{C6D2775A-59EE-46A5-9BF5-49A6A5A1CD80}" presName="Name0" presStyleCnt="0">
        <dgm:presLayoutVars>
          <dgm:dir/>
          <dgm:animLvl val="lvl"/>
          <dgm:resizeHandles val="exact"/>
        </dgm:presLayoutVars>
      </dgm:prSet>
      <dgm:spPr/>
      <dgm:t>
        <a:bodyPr/>
        <a:lstStyle/>
        <a:p>
          <a:endParaRPr lang="en-US"/>
        </a:p>
      </dgm:t>
    </dgm:pt>
    <dgm:pt modelId="{822CD57D-C5B7-4E43-A804-DFDD413B6A76}" type="pres">
      <dgm:prSet presAssocID="{9FA9D011-FA64-4D2C-B1CF-F29DB4366E44}" presName="linNode" presStyleCnt="0"/>
      <dgm:spPr/>
    </dgm:pt>
    <dgm:pt modelId="{0504FD42-C60A-4E64-8E68-9BF4FEB2B6E5}" type="pres">
      <dgm:prSet presAssocID="{9FA9D011-FA64-4D2C-B1CF-F29DB4366E44}" presName="parentText" presStyleLbl="node1" presStyleIdx="0" presStyleCnt="1">
        <dgm:presLayoutVars>
          <dgm:chMax val="1"/>
          <dgm:bulletEnabled val="1"/>
        </dgm:presLayoutVars>
      </dgm:prSet>
      <dgm:spPr/>
      <dgm:t>
        <a:bodyPr/>
        <a:lstStyle/>
        <a:p>
          <a:endParaRPr lang="en-US"/>
        </a:p>
      </dgm:t>
    </dgm:pt>
    <dgm:pt modelId="{CE21E35E-640B-4404-8616-EE8D842B887A}" type="pres">
      <dgm:prSet presAssocID="{9FA9D011-FA64-4D2C-B1CF-F29DB4366E44}" presName="descendantText" presStyleLbl="alignAccFollowNode1" presStyleIdx="0" presStyleCnt="1">
        <dgm:presLayoutVars>
          <dgm:bulletEnabled val="1"/>
        </dgm:presLayoutVars>
      </dgm:prSet>
      <dgm:spPr/>
      <dgm:t>
        <a:bodyPr/>
        <a:lstStyle/>
        <a:p>
          <a:endParaRPr lang="en-US"/>
        </a:p>
      </dgm:t>
    </dgm:pt>
  </dgm:ptLst>
  <dgm:cxnLst>
    <dgm:cxn modelId="{BDCBB8DB-40FB-40BE-9E52-5E0D1BD15F9D}" type="presOf" srcId="{05EB88E5-83DC-4B27-9EE9-32AA57E188F6}" destId="{CE21E35E-640B-4404-8616-EE8D842B887A}" srcOrd="0" destOrd="0" presId="urn:microsoft.com/office/officeart/2005/8/layout/vList5"/>
    <dgm:cxn modelId="{E306BA0F-5F29-4B2A-B07C-913C34D421C5}" srcId="{C6D2775A-59EE-46A5-9BF5-49A6A5A1CD80}" destId="{9FA9D011-FA64-4D2C-B1CF-F29DB4366E44}" srcOrd="0" destOrd="0" parTransId="{FB65D6A4-F9B4-4C26-8D08-BD07DD0D2B80}" sibTransId="{6CF1764F-B249-492C-8900-133D9168B904}"/>
    <dgm:cxn modelId="{05A7A402-0F9F-4357-89E7-4EC941A67DB9}" type="presOf" srcId="{9E791944-5E0F-4ACB-AB51-B5B08CC32507}" destId="{CE21E35E-640B-4404-8616-EE8D842B887A}" srcOrd="0" destOrd="2" presId="urn:microsoft.com/office/officeart/2005/8/layout/vList5"/>
    <dgm:cxn modelId="{1F8D5C06-5C99-42CD-A9F9-D7035118FC3F}" type="presOf" srcId="{9FA9D011-FA64-4D2C-B1CF-F29DB4366E44}" destId="{0504FD42-C60A-4E64-8E68-9BF4FEB2B6E5}" srcOrd="0" destOrd="0" presId="urn:microsoft.com/office/officeart/2005/8/layout/vList5"/>
    <dgm:cxn modelId="{ACC124BE-AF1D-4BC8-9CDF-08FE317FB63A}" type="presOf" srcId="{84E22591-B00F-4AFE-8245-0D32FCC45BD9}" destId="{CE21E35E-640B-4404-8616-EE8D842B887A}" srcOrd="0" destOrd="3" presId="urn:microsoft.com/office/officeart/2005/8/layout/vList5"/>
    <dgm:cxn modelId="{507D1CD6-FEF2-4174-9C1D-85766A951A32}" srcId="{9FA9D011-FA64-4D2C-B1CF-F29DB4366E44}" destId="{05EB88E5-83DC-4B27-9EE9-32AA57E188F6}" srcOrd="0" destOrd="0" parTransId="{EB91E411-6EE4-4EC3-AB84-72F4A0DB8B2B}" sibTransId="{4AAFC336-70A0-4F1E-A1C0-ED9A28E175DE}"/>
    <dgm:cxn modelId="{8BD906A5-C9A6-4D19-A778-60EDC445BF7A}" srcId="{9FA9D011-FA64-4D2C-B1CF-F29DB4366E44}" destId="{9E791944-5E0F-4ACB-AB51-B5B08CC32507}" srcOrd="2" destOrd="0" parTransId="{D245769A-DF4F-44F6-BE18-A3D3744783EE}" sibTransId="{5D6D1248-4CD3-4CAC-9B9E-5251D9730618}"/>
    <dgm:cxn modelId="{938AF23A-BF78-436D-A4C9-77C087EF417D}" srcId="{9FA9D011-FA64-4D2C-B1CF-F29DB4366E44}" destId="{A7DDF115-4E06-4EA9-A4CC-823ACBFB2E15}" srcOrd="1" destOrd="0" parTransId="{C3F88637-F539-4E75-AA93-E7B9EEB3EC1F}" sibTransId="{ABA85973-1714-43E1-A3BA-EE207A7BF5CB}"/>
    <dgm:cxn modelId="{F727E971-AF75-4EC9-AD1D-16BE1141EF2E}" srcId="{9FA9D011-FA64-4D2C-B1CF-F29DB4366E44}" destId="{84E22591-B00F-4AFE-8245-0D32FCC45BD9}" srcOrd="3" destOrd="0" parTransId="{191AC582-7217-4D04-A7FD-E48E077AF08B}" sibTransId="{166810C5-C1E2-4E7F-9C44-5A4AE5654E8F}"/>
    <dgm:cxn modelId="{92882F57-B18C-4830-9552-0E880940FB4E}" type="presOf" srcId="{C6D2775A-59EE-46A5-9BF5-49A6A5A1CD80}" destId="{EC22AA8B-9042-4815-AC7D-8E23A31171DE}" srcOrd="0" destOrd="0" presId="urn:microsoft.com/office/officeart/2005/8/layout/vList5"/>
    <dgm:cxn modelId="{7C509504-6E24-487D-8C33-B2470EB63ABA}" type="presOf" srcId="{A7DDF115-4E06-4EA9-A4CC-823ACBFB2E15}" destId="{CE21E35E-640B-4404-8616-EE8D842B887A}" srcOrd="0" destOrd="1" presId="urn:microsoft.com/office/officeart/2005/8/layout/vList5"/>
    <dgm:cxn modelId="{E5EC5CE5-DADD-4144-972B-78A5DE8D3940}" type="presParOf" srcId="{EC22AA8B-9042-4815-AC7D-8E23A31171DE}" destId="{822CD57D-C5B7-4E43-A804-DFDD413B6A76}" srcOrd="0" destOrd="0" presId="urn:microsoft.com/office/officeart/2005/8/layout/vList5"/>
    <dgm:cxn modelId="{9FAEA861-F15C-4549-AFCC-907EE74C2E05}" type="presParOf" srcId="{822CD57D-C5B7-4E43-A804-DFDD413B6A76}" destId="{0504FD42-C60A-4E64-8E68-9BF4FEB2B6E5}" srcOrd="0" destOrd="0" presId="urn:microsoft.com/office/officeart/2005/8/layout/vList5"/>
    <dgm:cxn modelId="{D3E214F3-E6F2-4F89-AA21-D1321024D3D2}" type="presParOf" srcId="{822CD57D-C5B7-4E43-A804-DFDD413B6A76}" destId="{CE21E35E-640B-4404-8616-EE8D842B887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D2775A-59EE-46A5-9BF5-49A6A5A1CD8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FA9D011-FA64-4D2C-B1CF-F29DB4366E44}">
      <dgm:prSet/>
      <dgm:spPr/>
      <dgm:t>
        <a:bodyPr/>
        <a:lstStyle/>
        <a:p>
          <a:r>
            <a:rPr lang="en-US" dirty="0"/>
            <a:t>I came to class today</a:t>
          </a:r>
        </a:p>
      </dgm:t>
    </dgm:pt>
    <dgm:pt modelId="{FB65D6A4-F9B4-4C26-8D08-BD07DD0D2B80}" type="parTrans" cxnId="{E306BA0F-5F29-4B2A-B07C-913C34D421C5}">
      <dgm:prSet/>
      <dgm:spPr/>
      <dgm:t>
        <a:bodyPr/>
        <a:lstStyle/>
        <a:p>
          <a:endParaRPr lang="en-US"/>
        </a:p>
      </dgm:t>
    </dgm:pt>
    <dgm:pt modelId="{6CF1764F-B249-492C-8900-133D9168B904}" type="sibTrans" cxnId="{E306BA0F-5F29-4B2A-B07C-913C34D421C5}">
      <dgm:prSet/>
      <dgm:spPr/>
      <dgm:t>
        <a:bodyPr/>
        <a:lstStyle/>
        <a:p>
          <a:endParaRPr lang="en-US"/>
        </a:p>
      </dgm:t>
    </dgm:pt>
    <dgm:pt modelId="{05EB88E5-83DC-4B27-9EE9-32AA57E188F6}">
      <dgm:prSet/>
      <dgm:spPr/>
      <dgm:t>
        <a:bodyPr/>
        <a:lstStyle/>
        <a:p>
          <a:r>
            <a:rPr lang="en-GB" b="1" dirty="0"/>
            <a:t>I used my intellect to know that it is good for me to come to class even though I felt tired after a long day at work</a:t>
          </a:r>
          <a:endParaRPr lang="en-US" b="1" dirty="0"/>
        </a:p>
      </dgm:t>
    </dgm:pt>
    <dgm:pt modelId="{EB91E411-6EE4-4EC3-AB84-72F4A0DB8B2B}" type="parTrans" cxnId="{507D1CD6-FEF2-4174-9C1D-85766A951A32}">
      <dgm:prSet/>
      <dgm:spPr/>
      <dgm:t>
        <a:bodyPr/>
        <a:lstStyle/>
        <a:p>
          <a:endParaRPr lang="en-US"/>
        </a:p>
      </dgm:t>
    </dgm:pt>
    <dgm:pt modelId="{4AAFC336-70A0-4F1E-A1C0-ED9A28E175DE}" type="sibTrans" cxnId="{507D1CD6-FEF2-4174-9C1D-85766A951A32}">
      <dgm:prSet/>
      <dgm:spPr/>
      <dgm:t>
        <a:bodyPr/>
        <a:lstStyle/>
        <a:p>
          <a:endParaRPr lang="en-US"/>
        </a:p>
      </dgm:t>
    </dgm:pt>
    <dgm:pt modelId="{9E791944-5E0F-4ACB-AB51-B5B08CC32507}">
      <dgm:prSet/>
      <dgm:spPr/>
      <dgm:t>
        <a:bodyPr/>
        <a:lstStyle/>
        <a:p>
          <a:r>
            <a:rPr lang="en-US" b="1" dirty="0"/>
            <a:t>I used my will to want to come to class and actually reach class because I knew it was good for me, even though I didn’t feel like doing it</a:t>
          </a:r>
        </a:p>
      </dgm:t>
    </dgm:pt>
    <dgm:pt modelId="{D245769A-DF4F-44F6-BE18-A3D3744783EE}" type="parTrans" cxnId="{8BD906A5-C9A6-4D19-A778-60EDC445BF7A}">
      <dgm:prSet/>
      <dgm:spPr/>
      <dgm:t>
        <a:bodyPr/>
        <a:lstStyle/>
        <a:p>
          <a:endParaRPr lang="en-US"/>
        </a:p>
      </dgm:t>
    </dgm:pt>
    <dgm:pt modelId="{5D6D1248-4CD3-4CAC-9B9E-5251D9730618}" type="sibTrans" cxnId="{8BD906A5-C9A6-4D19-A778-60EDC445BF7A}">
      <dgm:prSet/>
      <dgm:spPr/>
      <dgm:t>
        <a:bodyPr/>
        <a:lstStyle/>
        <a:p>
          <a:endParaRPr lang="en-US"/>
        </a:p>
      </dgm:t>
    </dgm:pt>
    <dgm:pt modelId="{8B05C053-F131-44E6-9F2C-AAB65469D09F}">
      <dgm:prSet/>
      <dgm:spPr/>
      <dgm:t>
        <a:bodyPr/>
        <a:lstStyle/>
        <a:p>
          <a:r>
            <a:rPr lang="en-GB" dirty="0"/>
            <a:t>Intellect and Will</a:t>
          </a:r>
          <a:endParaRPr lang="en-US" dirty="0"/>
        </a:p>
      </dgm:t>
    </dgm:pt>
    <dgm:pt modelId="{F2F9C615-0A49-4692-81BA-37520C55D86C}" type="parTrans" cxnId="{61FC840C-D436-4BC1-B65E-60FA9B778202}">
      <dgm:prSet/>
      <dgm:spPr/>
      <dgm:t>
        <a:bodyPr/>
        <a:lstStyle/>
        <a:p>
          <a:endParaRPr lang="en-US"/>
        </a:p>
      </dgm:t>
    </dgm:pt>
    <dgm:pt modelId="{C81BF204-A2A2-40C7-B97D-48177B739F21}" type="sibTrans" cxnId="{61FC840C-D436-4BC1-B65E-60FA9B778202}">
      <dgm:prSet/>
      <dgm:spPr/>
      <dgm:t>
        <a:bodyPr/>
        <a:lstStyle/>
        <a:p>
          <a:endParaRPr lang="en-US"/>
        </a:p>
      </dgm:t>
    </dgm:pt>
    <dgm:pt modelId="{B047F8FB-30A9-4050-AA3F-D73F592D525D}">
      <dgm:prSet/>
      <dgm:spPr/>
      <dgm:t>
        <a:bodyPr/>
        <a:lstStyle/>
        <a:p>
          <a:pPr>
            <a:buFont typeface="Arial" panose="020B0604020202020204" pitchFamily="34" charset="0"/>
            <a:buChar char="•"/>
          </a:pPr>
          <a:r>
            <a:rPr lang="en-US" b="1" dirty="0"/>
            <a:t>How do the intellect and will interact with each other in voluntary actions and decisions?</a:t>
          </a:r>
        </a:p>
      </dgm:t>
    </dgm:pt>
    <dgm:pt modelId="{96D0821C-9E9B-4A13-955F-D329F5E07441}" type="parTrans" cxnId="{BEA1DE41-73A5-4EF6-887D-8B0ED45BADB6}">
      <dgm:prSet/>
      <dgm:spPr/>
      <dgm:t>
        <a:bodyPr/>
        <a:lstStyle/>
        <a:p>
          <a:endParaRPr lang="en-US"/>
        </a:p>
      </dgm:t>
    </dgm:pt>
    <dgm:pt modelId="{2A0146E3-4845-4EA2-87C8-AE30ED82669C}" type="sibTrans" cxnId="{BEA1DE41-73A5-4EF6-887D-8B0ED45BADB6}">
      <dgm:prSet/>
      <dgm:spPr/>
      <dgm:t>
        <a:bodyPr/>
        <a:lstStyle/>
        <a:p>
          <a:endParaRPr lang="en-US"/>
        </a:p>
      </dgm:t>
    </dgm:pt>
    <dgm:pt modelId="{040B4278-5B2A-4EE2-9648-5D34DC73A685}">
      <dgm:prSet/>
      <dgm:spPr/>
      <dgm:t>
        <a:bodyPr/>
        <a:lstStyle/>
        <a:p>
          <a:endParaRPr lang="en-US" b="1" dirty="0"/>
        </a:p>
      </dgm:t>
    </dgm:pt>
    <dgm:pt modelId="{9A77F37B-A678-4D2E-9CC9-57749E5B5146}" type="parTrans" cxnId="{E88B0E6E-43DF-4EE3-B17A-9273778C04D9}">
      <dgm:prSet/>
      <dgm:spPr/>
      <dgm:t>
        <a:bodyPr/>
        <a:lstStyle/>
        <a:p>
          <a:endParaRPr lang="en-GB"/>
        </a:p>
      </dgm:t>
    </dgm:pt>
    <dgm:pt modelId="{45F5DEC1-7E72-418A-AAF3-27BD0CE601F4}" type="sibTrans" cxnId="{E88B0E6E-43DF-4EE3-B17A-9273778C04D9}">
      <dgm:prSet/>
      <dgm:spPr/>
      <dgm:t>
        <a:bodyPr/>
        <a:lstStyle/>
        <a:p>
          <a:endParaRPr lang="en-GB"/>
        </a:p>
      </dgm:t>
    </dgm:pt>
    <dgm:pt modelId="{EC22AA8B-9042-4815-AC7D-8E23A31171DE}" type="pres">
      <dgm:prSet presAssocID="{C6D2775A-59EE-46A5-9BF5-49A6A5A1CD80}" presName="Name0" presStyleCnt="0">
        <dgm:presLayoutVars>
          <dgm:dir/>
          <dgm:animLvl val="lvl"/>
          <dgm:resizeHandles val="exact"/>
        </dgm:presLayoutVars>
      </dgm:prSet>
      <dgm:spPr/>
      <dgm:t>
        <a:bodyPr/>
        <a:lstStyle/>
        <a:p>
          <a:endParaRPr lang="en-US"/>
        </a:p>
      </dgm:t>
    </dgm:pt>
    <dgm:pt modelId="{822CD57D-C5B7-4E43-A804-DFDD413B6A76}" type="pres">
      <dgm:prSet presAssocID="{9FA9D011-FA64-4D2C-B1CF-F29DB4366E44}" presName="linNode" presStyleCnt="0"/>
      <dgm:spPr/>
    </dgm:pt>
    <dgm:pt modelId="{0504FD42-C60A-4E64-8E68-9BF4FEB2B6E5}" type="pres">
      <dgm:prSet presAssocID="{9FA9D011-FA64-4D2C-B1CF-F29DB4366E44}" presName="parentText" presStyleLbl="node1" presStyleIdx="0" presStyleCnt="2">
        <dgm:presLayoutVars>
          <dgm:chMax val="1"/>
          <dgm:bulletEnabled val="1"/>
        </dgm:presLayoutVars>
      </dgm:prSet>
      <dgm:spPr/>
      <dgm:t>
        <a:bodyPr/>
        <a:lstStyle/>
        <a:p>
          <a:endParaRPr lang="en-US"/>
        </a:p>
      </dgm:t>
    </dgm:pt>
    <dgm:pt modelId="{CE21E35E-640B-4404-8616-EE8D842B887A}" type="pres">
      <dgm:prSet presAssocID="{9FA9D011-FA64-4D2C-B1CF-F29DB4366E44}" presName="descendantText" presStyleLbl="alignAccFollowNode1" presStyleIdx="0" presStyleCnt="2">
        <dgm:presLayoutVars>
          <dgm:bulletEnabled val="1"/>
        </dgm:presLayoutVars>
      </dgm:prSet>
      <dgm:spPr/>
      <dgm:t>
        <a:bodyPr/>
        <a:lstStyle/>
        <a:p>
          <a:endParaRPr lang="en-US"/>
        </a:p>
      </dgm:t>
    </dgm:pt>
    <dgm:pt modelId="{1A2056B1-79AB-4052-9A0D-20EADDAFC210}" type="pres">
      <dgm:prSet presAssocID="{6CF1764F-B249-492C-8900-133D9168B904}" presName="sp" presStyleCnt="0"/>
      <dgm:spPr/>
    </dgm:pt>
    <dgm:pt modelId="{8DA88FBA-64FE-4621-B2E6-A233F3C3AEEF}" type="pres">
      <dgm:prSet presAssocID="{8B05C053-F131-44E6-9F2C-AAB65469D09F}" presName="linNode" presStyleCnt="0"/>
      <dgm:spPr/>
    </dgm:pt>
    <dgm:pt modelId="{A05D5A09-E78D-4849-9F9B-6DE79D7EEB80}" type="pres">
      <dgm:prSet presAssocID="{8B05C053-F131-44E6-9F2C-AAB65469D09F}" presName="parentText" presStyleLbl="node1" presStyleIdx="1" presStyleCnt="2">
        <dgm:presLayoutVars>
          <dgm:chMax val="1"/>
          <dgm:bulletEnabled val="1"/>
        </dgm:presLayoutVars>
      </dgm:prSet>
      <dgm:spPr/>
      <dgm:t>
        <a:bodyPr/>
        <a:lstStyle/>
        <a:p>
          <a:endParaRPr lang="en-US"/>
        </a:p>
      </dgm:t>
    </dgm:pt>
    <dgm:pt modelId="{07441A2E-C1E9-49AC-96D5-7742226296E5}" type="pres">
      <dgm:prSet presAssocID="{8B05C053-F131-44E6-9F2C-AAB65469D09F}" presName="descendantText" presStyleLbl="alignAccFollowNode1" presStyleIdx="1" presStyleCnt="2">
        <dgm:presLayoutVars>
          <dgm:bulletEnabled val="1"/>
        </dgm:presLayoutVars>
      </dgm:prSet>
      <dgm:spPr/>
      <dgm:t>
        <a:bodyPr/>
        <a:lstStyle/>
        <a:p>
          <a:endParaRPr lang="en-US"/>
        </a:p>
      </dgm:t>
    </dgm:pt>
  </dgm:ptLst>
  <dgm:cxnLst>
    <dgm:cxn modelId="{E88B0E6E-43DF-4EE3-B17A-9273778C04D9}" srcId="{9FA9D011-FA64-4D2C-B1CF-F29DB4366E44}" destId="{040B4278-5B2A-4EE2-9648-5D34DC73A685}" srcOrd="1" destOrd="0" parTransId="{9A77F37B-A678-4D2E-9CC9-57749E5B5146}" sibTransId="{45F5DEC1-7E72-418A-AAF3-27BD0CE601F4}"/>
    <dgm:cxn modelId="{7F19CEFD-C9CF-4F2C-9A1D-7035A07D9EE3}" type="presOf" srcId="{8B05C053-F131-44E6-9F2C-AAB65469D09F}" destId="{A05D5A09-E78D-4849-9F9B-6DE79D7EEB80}" srcOrd="0" destOrd="0" presId="urn:microsoft.com/office/officeart/2005/8/layout/vList5"/>
    <dgm:cxn modelId="{BEA1DE41-73A5-4EF6-887D-8B0ED45BADB6}" srcId="{8B05C053-F131-44E6-9F2C-AAB65469D09F}" destId="{B047F8FB-30A9-4050-AA3F-D73F592D525D}" srcOrd="0" destOrd="0" parTransId="{96D0821C-9E9B-4A13-955F-D329F5E07441}" sibTransId="{2A0146E3-4845-4EA2-87C8-AE30ED82669C}"/>
    <dgm:cxn modelId="{92882F57-B18C-4830-9552-0E880940FB4E}" type="presOf" srcId="{C6D2775A-59EE-46A5-9BF5-49A6A5A1CD80}" destId="{EC22AA8B-9042-4815-AC7D-8E23A31171DE}" srcOrd="0" destOrd="0" presId="urn:microsoft.com/office/officeart/2005/8/layout/vList5"/>
    <dgm:cxn modelId="{9EF9409E-9547-421C-9A5A-78B0E5FE5E02}" type="presOf" srcId="{B047F8FB-30A9-4050-AA3F-D73F592D525D}" destId="{07441A2E-C1E9-49AC-96D5-7742226296E5}" srcOrd="0" destOrd="0" presId="urn:microsoft.com/office/officeart/2005/8/layout/vList5"/>
    <dgm:cxn modelId="{BDCBB8DB-40FB-40BE-9E52-5E0D1BD15F9D}" type="presOf" srcId="{05EB88E5-83DC-4B27-9EE9-32AA57E188F6}" destId="{CE21E35E-640B-4404-8616-EE8D842B887A}" srcOrd="0" destOrd="0" presId="urn:microsoft.com/office/officeart/2005/8/layout/vList5"/>
    <dgm:cxn modelId="{E306BA0F-5F29-4B2A-B07C-913C34D421C5}" srcId="{C6D2775A-59EE-46A5-9BF5-49A6A5A1CD80}" destId="{9FA9D011-FA64-4D2C-B1CF-F29DB4366E44}" srcOrd="0" destOrd="0" parTransId="{FB65D6A4-F9B4-4C26-8D08-BD07DD0D2B80}" sibTransId="{6CF1764F-B249-492C-8900-133D9168B904}"/>
    <dgm:cxn modelId="{1F8D5C06-5C99-42CD-A9F9-D7035118FC3F}" type="presOf" srcId="{9FA9D011-FA64-4D2C-B1CF-F29DB4366E44}" destId="{0504FD42-C60A-4E64-8E68-9BF4FEB2B6E5}" srcOrd="0" destOrd="0" presId="urn:microsoft.com/office/officeart/2005/8/layout/vList5"/>
    <dgm:cxn modelId="{05A7A402-0F9F-4357-89E7-4EC941A67DB9}" type="presOf" srcId="{9E791944-5E0F-4ACB-AB51-B5B08CC32507}" destId="{CE21E35E-640B-4404-8616-EE8D842B887A}" srcOrd="0" destOrd="2" presId="urn:microsoft.com/office/officeart/2005/8/layout/vList5"/>
    <dgm:cxn modelId="{61FC840C-D436-4BC1-B65E-60FA9B778202}" srcId="{C6D2775A-59EE-46A5-9BF5-49A6A5A1CD80}" destId="{8B05C053-F131-44E6-9F2C-AAB65469D09F}" srcOrd="1" destOrd="0" parTransId="{F2F9C615-0A49-4692-81BA-37520C55D86C}" sibTransId="{C81BF204-A2A2-40C7-B97D-48177B739F21}"/>
    <dgm:cxn modelId="{8BD906A5-C9A6-4D19-A778-60EDC445BF7A}" srcId="{9FA9D011-FA64-4D2C-B1CF-F29DB4366E44}" destId="{9E791944-5E0F-4ACB-AB51-B5B08CC32507}" srcOrd="2" destOrd="0" parTransId="{D245769A-DF4F-44F6-BE18-A3D3744783EE}" sibTransId="{5D6D1248-4CD3-4CAC-9B9E-5251D9730618}"/>
    <dgm:cxn modelId="{8FCFA231-E060-4335-94D0-38F175A49FD8}" type="presOf" srcId="{040B4278-5B2A-4EE2-9648-5D34DC73A685}" destId="{CE21E35E-640B-4404-8616-EE8D842B887A}" srcOrd="0" destOrd="1" presId="urn:microsoft.com/office/officeart/2005/8/layout/vList5"/>
    <dgm:cxn modelId="{507D1CD6-FEF2-4174-9C1D-85766A951A32}" srcId="{9FA9D011-FA64-4D2C-B1CF-F29DB4366E44}" destId="{05EB88E5-83DC-4B27-9EE9-32AA57E188F6}" srcOrd="0" destOrd="0" parTransId="{EB91E411-6EE4-4EC3-AB84-72F4A0DB8B2B}" sibTransId="{4AAFC336-70A0-4F1E-A1C0-ED9A28E175DE}"/>
    <dgm:cxn modelId="{E5EC5CE5-DADD-4144-972B-78A5DE8D3940}" type="presParOf" srcId="{EC22AA8B-9042-4815-AC7D-8E23A31171DE}" destId="{822CD57D-C5B7-4E43-A804-DFDD413B6A76}" srcOrd="0" destOrd="0" presId="urn:microsoft.com/office/officeart/2005/8/layout/vList5"/>
    <dgm:cxn modelId="{9FAEA861-F15C-4549-AFCC-907EE74C2E05}" type="presParOf" srcId="{822CD57D-C5B7-4E43-A804-DFDD413B6A76}" destId="{0504FD42-C60A-4E64-8E68-9BF4FEB2B6E5}" srcOrd="0" destOrd="0" presId="urn:microsoft.com/office/officeart/2005/8/layout/vList5"/>
    <dgm:cxn modelId="{D3E214F3-E6F2-4F89-AA21-D1321024D3D2}" type="presParOf" srcId="{822CD57D-C5B7-4E43-A804-DFDD413B6A76}" destId="{CE21E35E-640B-4404-8616-EE8D842B887A}" srcOrd="1" destOrd="0" presId="urn:microsoft.com/office/officeart/2005/8/layout/vList5"/>
    <dgm:cxn modelId="{36840022-79F9-43BA-A6C0-89A537BC72EF}" type="presParOf" srcId="{EC22AA8B-9042-4815-AC7D-8E23A31171DE}" destId="{1A2056B1-79AB-4052-9A0D-20EADDAFC210}" srcOrd="1" destOrd="0" presId="urn:microsoft.com/office/officeart/2005/8/layout/vList5"/>
    <dgm:cxn modelId="{0AEDB0B8-4F58-40E4-9191-795CE1B6816A}" type="presParOf" srcId="{EC22AA8B-9042-4815-AC7D-8E23A31171DE}" destId="{8DA88FBA-64FE-4621-B2E6-A233F3C3AEEF}" srcOrd="2" destOrd="0" presId="urn:microsoft.com/office/officeart/2005/8/layout/vList5"/>
    <dgm:cxn modelId="{6BC91CBD-DEC9-4AD3-9BFA-5056CA62691D}" type="presParOf" srcId="{8DA88FBA-64FE-4621-B2E6-A233F3C3AEEF}" destId="{A05D5A09-E78D-4849-9F9B-6DE79D7EEB80}" srcOrd="0" destOrd="0" presId="urn:microsoft.com/office/officeart/2005/8/layout/vList5"/>
    <dgm:cxn modelId="{E5C91B09-06D5-48A1-82DD-2E08F958501F}" type="presParOf" srcId="{8DA88FBA-64FE-4621-B2E6-A233F3C3AEEF}" destId="{07441A2E-C1E9-49AC-96D5-7742226296E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F7A0B7E-07D2-4C3B-9D0C-00606B6EB8B4}"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GB"/>
        </a:p>
      </dgm:t>
    </dgm:pt>
    <dgm:pt modelId="{F9BBB133-C989-4CE8-8791-5BEE1BA9A0B5}">
      <dgm:prSet phldrT="[Text]" custT="1"/>
      <dgm:spPr/>
      <dgm:t>
        <a:bodyPr/>
        <a:lstStyle/>
        <a:p>
          <a:r>
            <a:rPr lang="en-GB" sz="1600" b="1" dirty="0"/>
            <a:t>I see a nice phone</a:t>
          </a:r>
        </a:p>
      </dgm:t>
    </dgm:pt>
    <dgm:pt modelId="{C6EF9AE0-5F37-4D6F-8DF0-5436EF08D030}" type="parTrans" cxnId="{37A4D678-42F5-4E61-AE04-B7550AD945C2}">
      <dgm:prSet/>
      <dgm:spPr/>
      <dgm:t>
        <a:bodyPr/>
        <a:lstStyle/>
        <a:p>
          <a:endParaRPr lang="en-GB"/>
        </a:p>
      </dgm:t>
    </dgm:pt>
    <dgm:pt modelId="{CC7C3ABA-0188-41BF-9A4E-85702A773BC5}" type="sibTrans" cxnId="{37A4D678-42F5-4E61-AE04-B7550AD945C2}">
      <dgm:prSet/>
      <dgm:spPr/>
      <dgm:t>
        <a:bodyPr/>
        <a:lstStyle/>
        <a:p>
          <a:endParaRPr lang="en-GB"/>
        </a:p>
      </dgm:t>
    </dgm:pt>
    <dgm:pt modelId="{D107F87B-89D8-4293-A451-F70731FC51DA}">
      <dgm:prSet phldrT="[Text]" custT="1"/>
      <dgm:spPr/>
      <dgm:t>
        <a:bodyPr/>
        <a:lstStyle/>
        <a:p>
          <a:r>
            <a:rPr lang="en-GB" sz="1600" b="1" dirty="0"/>
            <a:t>My intellect evaluates if the phone is good or bad</a:t>
          </a:r>
        </a:p>
      </dgm:t>
    </dgm:pt>
    <dgm:pt modelId="{3E54EB04-6843-41CF-81E6-E4ECAD2FF0FE}" type="parTrans" cxnId="{8439D0E6-57B4-4CB9-953A-DDA45F7A43E9}">
      <dgm:prSet/>
      <dgm:spPr/>
      <dgm:t>
        <a:bodyPr/>
        <a:lstStyle/>
        <a:p>
          <a:endParaRPr lang="en-GB"/>
        </a:p>
      </dgm:t>
    </dgm:pt>
    <dgm:pt modelId="{116E6B4B-47B1-4FBD-B829-CEB3BC480819}" type="sibTrans" cxnId="{8439D0E6-57B4-4CB9-953A-DDA45F7A43E9}">
      <dgm:prSet/>
      <dgm:spPr/>
      <dgm:t>
        <a:bodyPr/>
        <a:lstStyle/>
        <a:p>
          <a:endParaRPr lang="en-GB"/>
        </a:p>
      </dgm:t>
    </dgm:pt>
    <dgm:pt modelId="{399460E4-91E8-4CCB-9D61-E434140FA44A}">
      <dgm:prSet phldrT="[Text]" custT="1"/>
      <dgm:spPr/>
      <dgm:t>
        <a:bodyPr/>
        <a:lstStyle/>
        <a:p>
          <a:r>
            <a:rPr lang="en-GB" sz="1600" b="1" dirty="0"/>
            <a:t>My intellect judges the phone is good for me</a:t>
          </a:r>
        </a:p>
      </dgm:t>
    </dgm:pt>
    <dgm:pt modelId="{BB53E37A-A34D-41EF-9974-8CC8BD96412F}" type="parTrans" cxnId="{5644041B-A64E-4B29-97A4-17D59821E349}">
      <dgm:prSet/>
      <dgm:spPr/>
      <dgm:t>
        <a:bodyPr/>
        <a:lstStyle/>
        <a:p>
          <a:endParaRPr lang="en-GB"/>
        </a:p>
      </dgm:t>
    </dgm:pt>
    <dgm:pt modelId="{43B2393C-169D-4F31-AACA-A3C03F906C7A}" type="sibTrans" cxnId="{5644041B-A64E-4B29-97A4-17D59821E349}">
      <dgm:prSet/>
      <dgm:spPr/>
      <dgm:t>
        <a:bodyPr/>
        <a:lstStyle/>
        <a:p>
          <a:endParaRPr lang="en-GB"/>
        </a:p>
      </dgm:t>
    </dgm:pt>
    <dgm:pt modelId="{746FEB95-D5CC-4D73-A6C1-DF340B5E07D7}">
      <dgm:prSet phldrT="[Text]" custT="1"/>
      <dgm:spPr/>
      <dgm:t>
        <a:bodyPr/>
        <a:lstStyle/>
        <a:p>
          <a:r>
            <a:rPr lang="en-GB" sz="1600" b="1" dirty="0"/>
            <a:t>My will is attracted to the good phone</a:t>
          </a:r>
        </a:p>
      </dgm:t>
    </dgm:pt>
    <dgm:pt modelId="{3E88BA57-7834-488F-B981-52670532589F}" type="parTrans" cxnId="{2AAFCDCE-430B-4FB8-A885-0C5E93CB3886}">
      <dgm:prSet/>
      <dgm:spPr/>
      <dgm:t>
        <a:bodyPr/>
        <a:lstStyle/>
        <a:p>
          <a:endParaRPr lang="en-GB"/>
        </a:p>
      </dgm:t>
    </dgm:pt>
    <dgm:pt modelId="{38876E81-6E31-4C79-B83F-E73A9ABBD12B}" type="sibTrans" cxnId="{2AAFCDCE-430B-4FB8-A885-0C5E93CB3886}">
      <dgm:prSet/>
      <dgm:spPr/>
      <dgm:t>
        <a:bodyPr/>
        <a:lstStyle/>
        <a:p>
          <a:endParaRPr lang="en-GB"/>
        </a:p>
      </dgm:t>
    </dgm:pt>
    <dgm:pt modelId="{02FF6B49-AE69-4328-9A2C-7B422B7424B8}">
      <dgm:prSet phldrT="[Text]" custT="1"/>
      <dgm:spPr/>
      <dgm:t>
        <a:bodyPr/>
        <a:lstStyle/>
        <a:p>
          <a:r>
            <a:rPr lang="en-GB" sz="1600" b="1" dirty="0"/>
            <a:t>My will moves me to want the good phone</a:t>
          </a:r>
        </a:p>
      </dgm:t>
    </dgm:pt>
    <dgm:pt modelId="{9298D967-1D19-4F4D-BCCB-0C0ABC64165F}" type="parTrans" cxnId="{4F08B321-EBF8-4F0C-801F-9D590553CCEA}">
      <dgm:prSet/>
      <dgm:spPr/>
      <dgm:t>
        <a:bodyPr/>
        <a:lstStyle/>
        <a:p>
          <a:endParaRPr lang="en-GB"/>
        </a:p>
      </dgm:t>
    </dgm:pt>
    <dgm:pt modelId="{C7E40239-2376-47D0-92E2-A43122A213E6}" type="sibTrans" cxnId="{4F08B321-EBF8-4F0C-801F-9D590553CCEA}">
      <dgm:prSet/>
      <dgm:spPr/>
      <dgm:t>
        <a:bodyPr/>
        <a:lstStyle/>
        <a:p>
          <a:endParaRPr lang="en-GB"/>
        </a:p>
      </dgm:t>
    </dgm:pt>
    <dgm:pt modelId="{AA1E61FE-4601-41AE-9331-4F7626B2B8E3}">
      <dgm:prSet/>
      <dgm:spPr/>
      <dgm:t>
        <a:bodyPr/>
        <a:lstStyle/>
        <a:p>
          <a:r>
            <a:rPr lang="en-GB" b="1" dirty="0"/>
            <a:t>My intellect presents the phone as good to my will</a:t>
          </a:r>
        </a:p>
      </dgm:t>
    </dgm:pt>
    <dgm:pt modelId="{4EEE2BB7-62B1-42E5-9565-72E1FB2A7B50}" type="parTrans" cxnId="{A57824E1-EF08-41C0-B8E1-5E17D68BBF2F}">
      <dgm:prSet/>
      <dgm:spPr/>
      <dgm:t>
        <a:bodyPr/>
        <a:lstStyle/>
        <a:p>
          <a:endParaRPr lang="en-GB"/>
        </a:p>
      </dgm:t>
    </dgm:pt>
    <dgm:pt modelId="{718A7309-CBE8-44B0-8DA0-A6F5065E6B5F}" type="sibTrans" cxnId="{A57824E1-EF08-41C0-B8E1-5E17D68BBF2F}">
      <dgm:prSet/>
      <dgm:spPr/>
      <dgm:t>
        <a:bodyPr/>
        <a:lstStyle/>
        <a:p>
          <a:endParaRPr lang="en-GB"/>
        </a:p>
      </dgm:t>
    </dgm:pt>
    <dgm:pt modelId="{D0CCE3A8-6136-4413-8384-B26AD2300050}" type="pres">
      <dgm:prSet presAssocID="{CF7A0B7E-07D2-4C3B-9D0C-00606B6EB8B4}" presName="Name0" presStyleCnt="0">
        <dgm:presLayoutVars>
          <dgm:dir/>
          <dgm:resizeHandles val="exact"/>
        </dgm:presLayoutVars>
      </dgm:prSet>
      <dgm:spPr/>
      <dgm:t>
        <a:bodyPr/>
        <a:lstStyle/>
        <a:p>
          <a:endParaRPr lang="en-US"/>
        </a:p>
      </dgm:t>
    </dgm:pt>
    <dgm:pt modelId="{93ED183D-AADD-4327-89EF-A91EBE65E334}" type="pres">
      <dgm:prSet presAssocID="{CF7A0B7E-07D2-4C3B-9D0C-00606B6EB8B4}" presName="cycle" presStyleCnt="0"/>
      <dgm:spPr/>
    </dgm:pt>
    <dgm:pt modelId="{7F3B4AE0-966F-4D16-8868-C8147FA74774}" type="pres">
      <dgm:prSet presAssocID="{F9BBB133-C989-4CE8-8791-5BEE1BA9A0B5}" presName="nodeFirstNode" presStyleLbl="node1" presStyleIdx="0" presStyleCnt="6">
        <dgm:presLayoutVars>
          <dgm:bulletEnabled val="1"/>
        </dgm:presLayoutVars>
      </dgm:prSet>
      <dgm:spPr/>
      <dgm:t>
        <a:bodyPr/>
        <a:lstStyle/>
        <a:p>
          <a:endParaRPr lang="en-US"/>
        </a:p>
      </dgm:t>
    </dgm:pt>
    <dgm:pt modelId="{4F07C5D9-C186-4DBF-8393-596E382195E2}" type="pres">
      <dgm:prSet presAssocID="{CC7C3ABA-0188-41BF-9A4E-85702A773BC5}" presName="sibTransFirstNode" presStyleLbl="bgShp" presStyleIdx="0" presStyleCnt="1"/>
      <dgm:spPr/>
      <dgm:t>
        <a:bodyPr/>
        <a:lstStyle/>
        <a:p>
          <a:endParaRPr lang="en-US"/>
        </a:p>
      </dgm:t>
    </dgm:pt>
    <dgm:pt modelId="{6D3EB77A-4D00-4826-87B9-030E7E75206A}" type="pres">
      <dgm:prSet presAssocID="{D107F87B-89D8-4293-A451-F70731FC51DA}" presName="nodeFollowingNodes" presStyleLbl="node1" presStyleIdx="1" presStyleCnt="6" custScaleX="131360" custRadScaleRad="99088" custRadScaleInc="14526">
        <dgm:presLayoutVars>
          <dgm:bulletEnabled val="1"/>
        </dgm:presLayoutVars>
      </dgm:prSet>
      <dgm:spPr/>
      <dgm:t>
        <a:bodyPr/>
        <a:lstStyle/>
        <a:p>
          <a:endParaRPr lang="en-US"/>
        </a:p>
      </dgm:t>
    </dgm:pt>
    <dgm:pt modelId="{B3E39EAE-D63B-46E1-8752-EFD3B7792CC7}" type="pres">
      <dgm:prSet presAssocID="{399460E4-91E8-4CCB-9D61-E434140FA44A}" presName="nodeFollowingNodes" presStyleLbl="node1" presStyleIdx="2" presStyleCnt="6" custScaleX="120958" custRadScaleRad="97378" custRadScaleInc="-5420">
        <dgm:presLayoutVars>
          <dgm:bulletEnabled val="1"/>
        </dgm:presLayoutVars>
      </dgm:prSet>
      <dgm:spPr/>
      <dgm:t>
        <a:bodyPr/>
        <a:lstStyle/>
        <a:p>
          <a:endParaRPr lang="en-US"/>
        </a:p>
      </dgm:t>
    </dgm:pt>
    <dgm:pt modelId="{55FF424A-AFE6-475A-89AB-B3DC8F368962}" type="pres">
      <dgm:prSet presAssocID="{AA1E61FE-4601-41AE-9331-4F7626B2B8E3}" presName="nodeFollowingNodes" presStyleLbl="node1" presStyleIdx="3" presStyleCnt="6" custScaleX="117827" custScaleY="104882" custRadScaleRad="103003" custRadScaleInc="-1183">
        <dgm:presLayoutVars>
          <dgm:bulletEnabled val="1"/>
        </dgm:presLayoutVars>
      </dgm:prSet>
      <dgm:spPr/>
      <dgm:t>
        <a:bodyPr/>
        <a:lstStyle/>
        <a:p>
          <a:endParaRPr lang="en-US"/>
        </a:p>
      </dgm:t>
    </dgm:pt>
    <dgm:pt modelId="{98D0669A-EE7B-4F1A-8898-1B9A39BBA02D}" type="pres">
      <dgm:prSet presAssocID="{746FEB95-D5CC-4D73-A6C1-DF340B5E07D7}" presName="nodeFollowingNodes" presStyleLbl="node1" presStyleIdx="4" presStyleCnt="6" custRadScaleRad="100675" custRadScaleInc="22355">
        <dgm:presLayoutVars>
          <dgm:bulletEnabled val="1"/>
        </dgm:presLayoutVars>
      </dgm:prSet>
      <dgm:spPr/>
      <dgm:t>
        <a:bodyPr/>
        <a:lstStyle/>
        <a:p>
          <a:endParaRPr lang="en-US"/>
        </a:p>
      </dgm:t>
    </dgm:pt>
    <dgm:pt modelId="{FCA3143A-EC58-497F-81E7-5486497A6FAC}" type="pres">
      <dgm:prSet presAssocID="{02FF6B49-AE69-4328-9A2C-7B422B7424B8}" presName="nodeFollowingNodes" presStyleLbl="node1" presStyleIdx="5" presStyleCnt="6">
        <dgm:presLayoutVars>
          <dgm:bulletEnabled val="1"/>
        </dgm:presLayoutVars>
      </dgm:prSet>
      <dgm:spPr/>
      <dgm:t>
        <a:bodyPr/>
        <a:lstStyle/>
        <a:p>
          <a:endParaRPr lang="en-US"/>
        </a:p>
      </dgm:t>
    </dgm:pt>
  </dgm:ptLst>
  <dgm:cxnLst>
    <dgm:cxn modelId="{95F029D7-B498-4D1D-9F0C-A4E885D5A1A1}" type="presOf" srcId="{AA1E61FE-4601-41AE-9331-4F7626B2B8E3}" destId="{55FF424A-AFE6-475A-89AB-B3DC8F368962}" srcOrd="0" destOrd="0" presId="urn:microsoft.com/office/officeart/2005/8/layout/cycle3"/>
    <dgm:cxn modelId="{D5F98715-809A-4562-9286-D8198DA5A829}" type="presOf" srcId="{746FEB95-D5CC-4D73-A6C1-DF340B5E07D7}" destId="{98D0669A-EE7B-4F1A-8898-1B9A39BBA02D}" srcOrd="0" destOrd="0" presId="urn:microsoft.com/office/officeart/2005/8/layout/cycle3"/>
    <dgm:cxn modelId="{1D477B76-B286-475E-8C85-CAA96A086494}" type="presOf" srcId="{02FF6B49-AE69-4328-9A2C-7B422B7424B8}" destId="{FCA3143A-EC58-497F-81E7-5486497A6FAC}" srcOrd="0" destOrd="0" presId="urn:microsoft.com/office/officeart/2005/8/layout/cycle3"/>
    <dgm:cxn modelId="{F3BCAB38-2F6F-4FC7-9ED2-2C922C17C2E0}" type="presOf" srcId="{D107F87B-89D8-4293-A451-F70731FC51DA}" destId="{6D3EB77A-4D00-4826-87B9-030E7E75206A}" srcOrd="0" destOrd="0" presId="urn:microsoft.com/office/officeart/2005/8/layout/cycle3"/>
    <dgm:cxn modelId="{07903870-3D74-4748-B323-10671A587677}" type="presOf" srcId="{F9BBB133-C989-4CE8-8791-5BEE1BA9A0B5}" destId="{7F3B4AE0-966F-4D16-8868-C8147FA74774}" srcOrd="0" destOrd="0" presId="urn:microsoft.com/office/officeart/2005/8/layout/cycle3"/>
    <dgm:cxn modelId="{5644041B-A64E-4B29-97A4-17D59821E349}" srcId="{CF7A0B7E-07D2-4C3B-9D0C-00606B6EB8B4}" destId="{399460E4-91E8-4CCB-9D61-E434140FA44A}" srcOrd="2" destOrd="0" parTransId="{BB53E37A-A34D-41EF-9974-8CC8BD96412F}" sibTransId="{43B2393C-169D-4F31-AACA-A3C03F906C7A}"/>
    <dgm:cxn modelId="{AEAF551C-6350-41D2-85B7-66CC9297EC1B}" type="presOf" srcId="{CF7A0B7E-07D2-4C3B-9D0C-00606B6EB8B4}" destId="{D0CCE3A8-6136-4413-8384-B26AD2300050}" srcOrd="0" destOrd="0" presId="urn:microsoft.com/office/officeart/2005/8/layout/cycle3"/>
    <dgm:cxn modelId="{8439D0E6-57B4-4CB9-953A-DDA45F7A43E9}" srcId="{CF7A0B7E-07D2-4C3B-9D0C-00606B6EB8B4}" destId="{D107F87B-89D8-4293-A451-F70731FC51DA}" srcOrd="1" destOrd="0" parTransId="{3E54EB04-6843-41CF-81E6-E4ECAD2FF0FE}" sibTransId="{116E6B4B-47B1-4FBD-B829-CEB3BC480819}"/>
    <dgm:cxn modelId="{0B503AE5-BA25-41D9-98B0-83904F5D0D57}" type="presOf" srcId="{399460E4-91E8-4CCB-9D61-E434140FA44A}" destId="{B3E39EAE-D63B-46E1-8752-EFD3B7792CC7}" srcOrd="0" destOrd="0" presId="urn:microsoft.com/office/officeart/2005/8/layout/cycle3"/>
    <dgm:cxn modelId="{37A4D678-42F5-4E61-AE04-B7550AD945C2}" srcId="{CF7A0B7E-07D2-4C3B-9D0C-00606B6EB8B4}" destId="{F9BBB133-C989-4CE8-8791-5BEE1BA9A0B5}" srcOrd="0" destOrd="0" parTransId="{C6EF9AE0-5F37-4D6F-8DF0-5436EF08D030}" sibTransId="{CC7C3ABA-0188-41BF-9A4E-85702A773BC5}"/>
    <dgm:cxn modelId="{2AAFCDCE-430B-4FB8-A885-0C5E93CB3886}" srcId="{CF7A0B7E-07D2-4C3B-9D0C-00606B6EB8B4}" destId="{746FEB95-D5CC-4D73-A6C1-DF340B5E07D7}" srcOrd="4" destOrd="0" parTransId="{3E88BA57-7834-488F-B981-52670532589F}" sibTransId="{38876E81-6E31-4C79-B83F-E73A9ABBD12B}"/>
    <dgm:cxn modelId="{4F08B321-EBF8-4F0C-801F-9D590553CCEA}" srcId="{CF7A0B7E-07D2-4C3B-9D0C-00606B6EB8B4}" destId="{02FF6B49-AE69-4328-9A2C-7B422B7424B8}" srcOrd="5" destOrd="0" parTransId="{9298D967-1D19-4F4D-BCCB-0C0ABC64165F}" sibTransId="{C7E40239-2376-47D0-92E2-A43122A213E6}"/>
    <dgm:cxn modelId="{A57824E1-EF08-41C0-B8E1-5E17D68BBF2F}" srcId="{CF7A0B7E-07D2-4C3B-9D0C-00606B6EB8B4}" destId="{AA1E61FE-4601-41AE-9331-4F7626B2B8E3}" srcOrd="3" destOrd="0" parTransId="{4EEE2BB7-62B1-42E5-9565-72E1FB2A7B50}" sibTransId="{718A7309-CBE8-44B0-8DA0-A6F5065E6B5F}"/>
    <dgm:cxn modelId="{9A614659-C34D-49C1-9562-2653C8695977}" type="presOf" srcId="{CC7C3ABA-0188-41BF-9A4E-85702A773BC5}" destId="{4F07C5D9-C186-4DBF-8393-596E382195E2}" srcOrd="0" destOrd="0" presId="urn:microsoft.com/office/officeart/2005/8/layout/cycle3"/>
    <dgm:cxn modelId="{B5019F08-63F6-4D59-9615-74E97F83690C}" type="presParOf" srcId="{D0CCE3A8-6136-4413-8384-B26AD2300050}" destId="{93ED183D-AADD-4327-89EF-A91EBE65E334}" srcOrd="0" destOrd="0" presId="urn:microsoft.com/office/officeart/2005/8/layout/cycle3"/>
    <dgm:cxn modelId="{85EA7813-6421-4346-A7AA-5EECB22E1696}" type="presParOf" srcId="{93ED183D-AADD-4327-89EF-A91EBE65E334}" destId="{7F3B4AE0-966F-4D16-8868-C8147FA74774}" srcOrd="0" destOrd="0" presId="urn:microsoft.com/office/officeart/2005/8/layout/cycle3"/>
    <dgm:cxn modelId="{77603C80-A696-4F2E-A37C-128953751898}" type="presParOf" srcId="{93ED183D-AADD-4327-89EF-A91EBE65E334}" destId="{4F07C5D9-C186-4DBF-8393-596E382195E2}" srcOrd="1" destOrd="0" presId="urn:microsoft.com/office/officeart/2005/8/layout/cycle3"/>
    <dgm:cxn modelId="{6F013FE5-738A-4D8D-A34F-F70C960562E9}" type="presParOf" srcId="{93ED183D-AADD-4327-89EF-A91EBE65E334}" destId="{6D3EB77A-4D00-4826-87B9-030E7E75206A}" srcOrd="2" destOrd="0" presId="urn:microsoft.com/office/officeart/2005/8/layout/cycle3"/>
    <dgm:cxn modelId="{40FBCF67-5A4C-44AE-A294-C6B4CFB0F362}" type="presParOf" srcId="{93ED183D-AADD-4327-89EF-A91EBE65E334}" destId="{B3E39EAE-D63B-46E1-8752-EFD3B7792CC7}" srcOrd="3" destOrd="0" presId="urn:microsoft.com/office/officeart/2005/8/layout/cycle3"/>
    <dgm:cxn modelId="{5B19B71A-7CF4-46DF-A16A-21B84D3AA231}" type="presParOf" srcId="{93ED183D-AADD-4327-89EF-A91EBE65E334}" destId="{55FF424A-AFE6-475A-89AB-B3DC8F368962}" srcOrd="4" destOrd="0" presId="urn:microsoft.com/office/officeart/2005/8/layout/cycle3"/>
    <dgm:cxn modelId="{129FECE5-0C5D-48C2-842E-488B5DAE6CE9}" type="presParOf" srcId="{93ED183D-AADD-4327-89EF-A91EBE65E334}" destId="{98D0669A-EE7B-4F1A-8898-1B9A39BBA02D}" srcOrd="5" destOrd="0" presId="urn:microsoft.com/office/officeart/2005/8/layout/cycle3"/>
    <dgm:cxn modelId="{4E04D2EF-DE7C-45E6-B440-FCEAF1E201C0}" type="presParOf" srcId="{93ED183D-AADD-4327-89EF-A91EBE65E334}" destId="{FCA3143A-EC58-497F-81E7-5486497A6FAC}"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5065339-FBEF-4176-B028-91DAD4657197}"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5FD4A12B-2C0E-4526-9339-EEFD02AB596F}">
      <dgm:prSet/>
      <dgm:spPr/>
      <dgm:t>
        <a:bodyPr/>
        <a:lstStyle/>
        <a:p>
          <a:r>
            <a:rPr lang="en-GB" b="0" i="0" dirty="0"/>
            <a:t>Lack of awareness / consent: types of voluntary actions</a:t>
          </a:r>
          <a:endParaRPr lang="en-US" dirty="0"/>
        </a:p>
      </dgm:t>
    </dgm:pt>
    <dgm:pt modelId="{CF3A0D84-CB88-4828-A95F-A3DF5211EA0A}" type="parTrans" cxnId="{09B25749-4A0F-4D9A-804C-BAC38014B0A9}">
      <dgm:prSet/>
      <dgm:spPr/>
      <dgm:t>
        <a:bodyPr/>
        <a:lstStyle/>
        <a:p>
          <a:endParaRPr lang="en-US"/>
        </a:p>
      </dgm:t>
    </dgm:pt>
    <dgm:pt modelId="{85500E56-E15B-4E6E-8FB2-07022AC356DF}" type="sibTrans" cxnId="{09B25749-4A0F-4D9A-804C-BAC38014B0A9}">
      <dgm:prSet/>
      <dgm:spPr/>
      <dgm:t>
        <a:bodyPr/>
        <a:lstStyle/>
        <a:p>
          <a:endParaRPr lang="en-US"/>
        </a:p>
      </dgm:t>
    </dgm:pt>
    <dgm:pt modelId="{6A4D5114-FE42-4372-A238-CBB89336EED7}">
      <dgm:prSet/>
      <dgm:spPr/>
      <dgm:t>
        <a:bodyPr/>
        <a:lstStyle/>
        <a:p>
          <a:r>
            <a:rPr lang="en-GB" b="0" i="0" dirty="0"/>
            <a:t>Ignorance</a:t>
          </a:r>
          <a:endParaRPr lang="en-US" dirty="0"/>
        </a:p>
      </dgm:t>
    </dgm:pt>
    <dgm:pt modelId="{960D0D2B-DD34-4FF7-9DD9-87A356E0946D}" type="parTrans" cxnId="{AA30A6E2-EA5E-42BD-984F-73D47A599BEC}">
      <dgm:prSet/>
      <dgm:spPr/>
      <dgm:t>
        <a:bodyPr/>
        <a:lstStyle/>
        <a:p>
          <a:endParaRPr lang="en-US"/>
        </a:p>
      </dgm:t>
    </dgm:pt>
    <dgm:pt modelId="{7B8059FC-502F-41C6-B6FF-87A8AB2307ED}" type="sibTrans" cxnId="{AA30A6E2-EA5E-42BD-984F-73D47A599BEC}">
      <dgm:prSet/>
      <dgm:spPr/>
      <dgm:t>
        <a:bodyPr/>
        <a:lstStyle/>
        <a:p>
          <a:endParaRPr lang="en-US"/>
        </a:p>
      </dgm:t>
    </dgm:pt>
    <dgm:pt modelId="{950546C4-CBE6-43DE-8E72-B86A642BFC8D}">
      <dgm:prSet/>
      <dgm:spPr/>
      <dgm:t>
        <a:bodyPr/>
        <a:lstStyle/>
        <a:p>
          <a:r>
            <a:rPr lang="en-GB" b="0" i="0" dirty="0"/>
            <a:t>Influence of the passions</a:t>
          </a:r>
          <a:endParaRPr lang="en-US" dirty="0"/>
        </a:p>
      </dgm:t>
    </dgm:pt>
    <dgm:pt modelId="{209AD106-4517-4E22-9645-AD16A924C5E6}" type="parTrans" cxnId="{C4BE999C-732F-4D7C-A3C8-BCA23EA56AEB}">
      <dgm:prSet/>
      <dgm:spPr/>
      <dgm:t>
        <a:bodyPr/>
        <a:lstStyle/>
        <a:p>
          <a:endParaRPr lang="en-US"/>
        </a:p>
      </dgm:t>
    </dgm:pt>
    <dgm:pt modelId="{6B566D85-003D-44B3-9DFA-84441218A4A5}" type="sibTrans" cxnId="{C4BE999C-732F-4D7C-A3C8-BCA23EA56AEB}">
      <dgm:prSet/>
      <dgm:spPr/>
      <dgm:t>
        <a:bodyPr/>
        <a:lstStyle/>
        <a:p>
          <a:endParaRPr lang="en-US"/>
        </a:p>
      </dgm:t>
    </dgm:pt>
    <dgm:pt modelId="{CD65BA96-75BB-41C2-873E-D4E4AFCC70CB}">
      <dgm:prSet/>
      <dgm:spPr/>
      <dgm:t>
        <a:bodyPr/>
        <a:lstStyle/>
        <a:p>
          <a:r>
            <a:rPr lang="en-GB" b="0" i="0" dirty="0"/>
            <a:t>Moral habits</a:t>
          </a:r>
          <a:endParaRPr lang="en-US" dirty="0"/>
        </a:p>
      </dgm:t>
    </dgm:pt>
    <dgm:pt modelId="{A22AFCEF-00C3-4BE7-B117-F23DD09C2DBE}" type="parTrans" cxnId="{CDEAF949-65A7-4EBD-BFE5-122F2E460581}">
      <dgm:prSet/>
      <dgm:spPr/>
      <dgm:t>
        <a:bodyPr/>
        <a:lstStyle/>
        <a:p>
          <a:endParaRPr lang="en-US"/>
        </a:p>
      </dgm:t>
    </dgm:pt>
    <dgm:pt modelId="{F68D1FB6-907F-41BF-86DD-374D5881B3B1}" type="sibTrans" cxnId="{CDEAF949-65A7-4EBD-BFE5-122F2E460581}">
      <dgm:prSet/>
      <dgm:spPr/>
      <dgm:t>
        <a:bodyPr/>
        <a:lstStyle/>
        <a:p>
          <a:endParaRPr lang="en-US"/>
        </a:p>
      </dgm:t>
    </dgm:pt>
    <dgm:pt modelId="{7D618B10-5322-45E4-ADFB-6DA4406420BF}">
      <dgm:prSet/>
      <dgm:spPr/>
      <dgm:t>
        <a:bodyPr/>
        <a:lstStyle/>
        <a:p>
          <a:r>
            <a:rPr lang="en-GB" b="0" i="0" dirty="0"/>
            <a:t>Violence</a:t>
          </a:r>
          <a:endParaRPr lang="en-US" dirty="0"/>
        </a:p>
      </dgm:t>
    </dgm:pt>
    <dgm:pt modelId="{1833A645-66BD-4BCC-AB62-4DE66EDE26F5}" type="parTrans" cxnId="{99FAB2FE-5DCC-4F43-AC70-1E5519E4B3B7}">
      <dgm:prSet/>
      <dgm:spPr/>
      <dgm:t>
        <a:bodyPr/>
        <a:lstStyle/>
        <a:p>
          <a:endParaRPr lang="en-US"/>
        </a:p>
      </dgm:t>
    </dgm:pt>
    <dgm:pt modelId="{A4FCA638-44BD-4854-9F75-4F68A5344676}" type="sibTrans" cxnId="{99FAB2FE-5DCC-4F43-AC70-1E5519E4B3B7}">
      <dgm:prSet/>
      <dgm:spPr/>
      <dgm:t>
        <a:bodyPr/>
        <a:lstStyle/>
        <a:p>
          <a:endParaRPr lang="en-US"/>
        </a:p>
      </dgm:t>
    </dgm:pt>
    <dgm:pt modelId="{56A8FCBF-FB50-4775-BAC3-15D4A78DF9C1}">
      <dgm:prSet/>
      <dgm:spPr/>
      <dgm:t>
        <a:bodyPr/>
        <a:lstStyle/>
        <a:p>
          <a:r>
            <a:rPr lang="en-GB" b="0" i="0" dirty="0"/>
            <a:t>Fear </a:t>
          </a:r>
          <a:endParaRPr lang="en-US" dirty="0"/>
        </a:p>
      </dgm:t>
    </dgm:pt>
    <dgm:pt modelId="{16F3B7E0-F3EC-4C52-975E-4DCCD67DF164}" type="parTrans" cxnId="{98587BA7-0340-4427-BB80-9B411E5A0ADB}">
      <dgm:prSet/>
      <dgm:spPr/>
      <dgm:t>
        <a:bodyPr/>
        <a:lstStyle/>
        <a:p>
          <a:endParaRPr lang="en-US"/>
        </a:p>
      </dgm:t>
    </dgm:pt>
    <dgm:pt modelId="{17601EFC-6402-427B-910F-C7A248A392A1}" type="sibTrans" cxnId="{98587BA7-0340-4427-BB80-9B411E5A0ADB}">
      <dgm:prSet/>
      <dgm:spPr/>
      <dgm:t>
        <a:bodyPr/>
        <a:lstStyle/>
        <a:p>
          <a:endParaRPr lang="en-US"/>
        </a:p>
      </dgm:t>
    </dgm:pt>
    <dgm:pt modelId="{16ADE282-5D2F-479C-ABE7-3A7A719BA50F}">
      <dgm:prSet/>
      <dgm:spPr/>
      <dgm:t>
        <a:bodyPr/>
        <a:lstStyle/>
        <a:p>
          <a:r>
            <a:rPr lang="en-GB" b="0" i="0" dirty="0"/>
            <a:t>Mental illness</a:t>
          </a:r>
          <a:endParaRPr lang="en-US" dirty="0"/>
        </a:p>
      </dgm:t>
    </dgm:pt>
    <dgm:pt modelId="{B3D9080A-37F0-47AB-886B-C70BC3B87F01}" type="parTrans" cxnId="{9C5445EA-DC1A-4BC2-8403-82B7213DE0D4}">
      <dgm:prSet/>
      <dgm:spPr/>
      <dgm:t>
        <a:bodyPr/>
        <a:lstStyle/>
        <a:p>
          <a:endParaRPr lang="en-US"/>
        </a:p>
      </dgm:t>
    </dgm:pt>
    <dgm:pt modelId="{253C1DF0-D2A5-49CC-A2F7-C34F4A32115E}" type="sibTrans" cxnId="{9C5445EA-DC1A-4BC2-8403-82B7213DE0D4}">
      <dgm:prSet/>
      <dgm:spPr/>
      <dgm:t>
        <a:bodyPr/>
        <a:lstStyle/>
        <a:p>
          <a:endParaRPr lang="en-US"/>
        </a:p>
      </dgm:t>
    </dgm:pt>
    <dgm:pt modelId="{A63C73AE-63CD-479C-9464-8E77591B9180}" type="pres">
      <dgm:prSet presAssocID="{05065339-FBEF-4176-B028-91DAD4657197}" presName="vert0" presStyleCnt="0">
        <dgm:presLayoutVars>
          <dgm:dir/>
          <dgm:animOne val="branch"/>
          <dgm:animLvl val="lvl"/>
        </dgm:presLayoutVars>
      </dgm:prSet>
      <dgm:spPr/>
      <dgm:t>
        <a:bodyPr/>
        <a:lstStyle/>
        <a:p>
          <a:endParaRPr lang="en-US"/>
        </a:p>
      </dgm:t>
    </dgm:pt>
    <dgm:pt modelId="{029C4357-D3EB-408A-A816-459F13B8ED3E}" type="pres">
      <dgm:prSet presAssocID="{5FD4A12B-2C0E-4526-9339-EEFD02AB596F}" presName="thickLine" presStyleLbl="alignNode1" presStyleIdx="0" presStyleCnt="7"/>
      <dgm:spPr/>
    </dgm:pt>
    <dgm:pt modelId="{32B781BC-1496-4FA2-8734-28085D78D7FF}" type="pres">
      <dgm:prSet presAssocID="{5FD4A12B-2C0E-4526-9339-EEFD02AB596F}" presName="horz1" presStyleCnt="0"/>
      <dgm:spPr/>
    </dgm:pt>
    <dgm:pt modelId="{ABDEC0CF-45A7-4C7C-AB3C-2CF089A3C5F7}" type="pres">
      <dgm:prSet presAssocID="{5FD4A12B-2C0E-4526-9339-EEFD02AB596F}" presName="tx1" presStyleLbl="revTx" presStyleIdx="0" presStyleCnt="7"/>
      <dgm:spPr/>
      <dgm:t>
        <a:bodyPr/>
        <a:lstStyle/>
        <a:p>
          <a:endParaRPr lang="en-US"/>
        </a:p>
      </dgm:t>
    </dgm:pt>
    <dgm:pt modelId="{5CE8E628-9AC1-4E16-AACC-71659272CF6F}" type="pres">
      <dgm:prSet presAssocID="{5FD4A12B-2C0E-4526-9339-EEFD02AB596F}" presName="vert1" presStyleCnt="0"/>
      <dgm:spPr/>
    </dgm:pt>
    <dgm:pt modelId="{B5D281B6-CD67-4245-9F01-B6D4E7A69037}" type="pres">
      <dgm:prSet presAssocID="{6A4D5114-FE42-4372-A238-CBB89336EED7}" presName="thickLine" presStyleLbl="alignNode1" presStyleIdx="1" presStyleCnt="7"/>
      <dgm:spPr/>
    </dgm:pt>
    <dgm:pt modelId="{8D81E3D5-0E50-4B63-8195-27798C30F17D}" type="pres">
      <dgm:prSet presAssocID="{6A4D5114-FE42-4372-A238-CBB89336EED7}" presName="horz1" presStyleCnt="0"/>
      <dgm:spPr/>
    </dgm:pt>
    <dgm:pt modelId="{51F12123-52C9-4301-A973-55043BEF9667}" type="pres">
      <dgm:prSet presAssocID="{6A4D5114-FE42-4372-A238-CBB89336EED7}" presName="tx1" presStyleLbl="revTx" presStyleIdx="1" presStyleCnt="7"/>
      <dgm:spPr/>
      <dgm:t>
        <a:bodyPr/>
        <a:lstStyle/>
        <a:p>
          <a:endParaRPr lang="en-US"/>
        </a:p>
      </dgm:t>
    </dgm:pt>
    <dgm:pt modelId="{A32C181D-B71A-48C8-BE7E-BB1BA7F6C8F3}" type="pres">
      <dgm:prSet presAssocID="{6A4D5114-FE42-4372-A238-CBB89336EED7}" presName="vert1" presStyleCnt="0"/>
      <dgm:spPr/>
    </dgm:pt>
    <dgm:pt modelId="{417C0C25-804E-4B04-B60B-ECA70F1536B1}" type="pres">
      <dgm:prSet presAssocID="{950546C4-CBE6-43DE-8E72-B86A642BFC8D}" presName="thickLine" presStyleLbl="alignNode1" presStyleIdx="2" presStyleCnt="7"/>
      <dgm:spPr/>
    </dgm:pt>
    <dgm:pt modelId="{2CB7A347-D07A-4856-B81B-61ACB3C852CC}" type="pres">
      <dgm:prSet presAssocID="{950546C4-CBE6-43DE-8E72-B86A642BFC8D}" presName="horz1" presStyleCnt="0"/>
      <dgm:spPr/>
    </dgm:pt>
    <dgm:pt modelId="{8E927565-A0FF-4C7E-B6EF-96A29ED67E69}" type="pres">
      <dgm:prSet presAssocID="{950546C4-CBE6-43DE-8E72-B86A642BFC8D}" presName="tx1" presStyleLbl="revTx" presStyleIdx="2" presStyleCnt="7"/>
      <dgm:spPr/>
      <dgm:t>
        <a:bodyPr/>
        <a:lstStyle/>
        <a:p>
          <a:endParaRPr lang="en-US"/>
        </a:p>
      </dgm:t>
    </dgm:pt>
    <dgm:pt modelId="{BA1C5E3F-5A98-4FC7-AE96-12D9657B0A21}" type="pres">
      <dgm:prSet presAssocID="{950546C4-CBE6-43DE-8E72-B86A642BFC8D}" presName="vert1" presStyleCnt="0"/>
      <dgm:spPr/>
    </dgm:pt>
    <dgm:pt modelId="{A5207D95-543F-4B42-848A-6006CC0EE78A}" type="pres">
      <dgm:prSet presAssocID="{CD65BA96-75BB-41C2-873E-D4E4AFCC70CB}" presName="thickLine" presStyleLbl="alignNode1" presStyleIdx="3" presStyleCnt="7"/>
      <dgm:spPr/>
    </dgm:pt>
    <dgm:pt modelId="{17B5A8FF-AC4B-4EF2-B7AF-B3CFB26E9710}" type="pres">
      <dgm:prSet presAssocID="{CD65BA96-75BB-41C2-873E-D4E4AFCC70CB}" presName="horz1" presStyleCnt="0"/>
      <dgm:spPr/>
    </dgm:pt>
    <dgm:pt modelId="{25ADFFBF-218D-4C8B-B709-414D97651C15}" type="pres">
      <dgm:prSet presAssocID="{CD65BA96-75BB-41C2-873E-D4E4AFCC70CB}" presName="tx1" presStyleLbl="revTx" presStyleIdx="3" presStyleCnt="7"/>
      <dgm:spPr/>
      <dgm:t>
        <a:bodyPr/>
        <a:lstStyle/>
        <a:p>
          <a:endParaRPr lang="en-US"/>
        </a:p>
      </dgm:t>
    </dgm:pt>
    <dgm:pt modelId="{31DF3A54-E264-4EF1-B34B-F494133A4FA1}" type="pres">
      <dgm:prSet presAssocID="{CD65BA96-75BB-41C2-873E-D4E4AFCC70CB}" presName="vert1" presStyleCnt="0"/>
      <dgm:spPr/>
    </dgm:pt>
    <dgm:pt modelId="{829D6798-AD69-408B-9D98-7FBAD1E5B9B7}" type="pres">
      <dgm:prSet presAssocID="{7D618B10-5322-45E4-ADFB-6DA4406420BF}" presName="thickLine" presStyleLbl="alignNode1" presStyleIdx="4" presStyleCnt="7"/>
      <dgm:spPr/>
    </dgm:pt>
    <dgm:pt modelId="{6C4228D8-E535-4971-8685-E51B46522EFB}" type="pres">
      <dgm:prSet presAssocID="{7D618B10-5322-45E4-ADFB-6DA4406420BF}" presName="horz1" presStyleCnt="0"/>
      <dgm:spPr/>
    </dgm:pt>
    <dgm:pt modelId="{2DE24DE8-CEFE-4D3C-8C05-FDA24F0B11B6}" type="pres">
      <dgm:prSet presAssocID="{7D618B10-5322-45E4-ADFB-6DA4406420BF}" presName="tx1" presStyleLbl="revTx" presStyleIdx="4" presStyleCnt="7"/>
      <dgm:spPr/>
      <dgm:t>
        <a:bodyPr/>
        <a:lstStyle/>
        <a:p>
          <a:endParaRPr lang="en-US"/>
        </a:p>
      </dgm:t>
    </dgm:pt>
    <dgm:pt modelId="{C0D3D36D-631C-471C-B611-2D52D23428EF}" type="pres">
      <dgm:prSet presAssocID="{7D618B10-5322-45E4-ADFB-6DA4406420BF}" presName="vert1" presStyleCnt="0"/>
      <dgm:spPr/>
    </dgm:pt>
    <dgm:pt modelId="{6AD611BA-4CF0-49D3-A160-CD88C2024A93}" type="pres">
      <dgm:prSet presAssocID="{56A8FCBF-FB50-4775-BAC3-15D4A78DF9C1}" presName="thickLine" presStyleLbl="alignNode1" presStyleIdx="5" presStyleCnt="7"/>
      <dgm:spPr/>
    </dgm:pt>
    <dgm:pt modelId="{1FA3A0CC-BC0A-4315-9B98-C3AFBCC6BAA3}" type="pres">
      <dgm:prSet presAssocID="{56A8FCBF-FB50-4775-BAC3-15D4A78DF9C1}" presName="horz1" presStyleCnt="0"/>
      <dgm:spPr/>
    </dgm:pt>
    <dgm:pt modelId="{AFBAACCC-2C75-4DDF-A735-38377F0E20D3}" type="pres">
      <dgm:prSet presAssocID="{56A8FCBF-FB50-4775-BAC3-15D4A78DF9C1}" presName="tx1" presStyleLbl="revTx" presStyleIdx="5" presStyleCnt="7"/>
      <dgm:spPr/>
      <dgm:t>
        <a:bodyPr/>
        <a:lstStyle/>
        <a:p>
          <a:endParaRPr lang="en-US"/>
        </a:p>
      </dgm:t>
    </dgm:pt>
    <dgm:pt modelId="{80824512-5E5C-4391-8204-30889F92C7CE}" type="pres">
      <dgm:prSet presAssocID="{56A8FCBF-FB50-4775-BAC3-15D4A78DF9C1}" presName="vert1" presStyleCnt="0"/>
      <dgm:spPr/>
    </dgm:pt>
    <dgm:pt modelId="{9541E971-E233-4F0E-8D30-0787DD826B74}" type="pres">
      <dgm:prSet presAssocID="{16ADE282-5D2F-479C-ABE7-3A7A719BA50F}" presName="thickLine" presStyleLbl="alignNode1" presStyleIdx="6" presStyleCnt="7"/>
      <dgm:spPr/>
    </dgm:pt>
    <dgm:pt modelId="{16877AC9-7C3E-44D2-B096-8EDF2F8E48AC}" type="pres">
      <dgm:prSet presAssocID="{16ADE282-5D2F-479C-ABE7-3A7A719BA50F}" presName="horz1" presStyleCnt="0"/>
      <dgm:spPr/>
    </dgm:pt>
    <dgm:pt modelId="{79F1A222-3B45-4548-9A26-CBE1B175EE5D}" type="pres">
      <dgm:prSet presAssocID="{16ADE282-5D2F-479C-ABE7-3A7A719BA50F}" presName="tx1" presStyleLbl="revTx" presStyleIdx="6" presStyleCnt="7"/>
      <dgm:spPr/>
      <dgm:t>
        <a:bodyPr/>
        <a:lstStyle/>
        <a:p>
          <a:endParaRPr lang="en-US"/>
        </a:p>
      </dgm:t>
    </dgm:pt>
    <dgm:pt modelId="{94C1A54E-4BC2-4972-9A3E-B8E7053E6A70}" type="pres">
      <dgm:prSet presAssocID="{16ADE282-5D2F-479C-ABE7-3A7A719BA50F}" presName="vert1" presStyleCnt="0"/>
      <dgm:spPr/>
    </dgm:pt>
  </dgm:ptLst>
  <dgm:cxnLst>
    <dgm:cxn modelId="{9C5445EA-DC1A-4BC2-8403-82B7213DE0D4}" srcId="{05065339-FBEF-4176-B028-91DAD4657197}" destId="{16ADE282-5D2F-479C-ABE7-3A7A719BA50F}" srcOrd="6" destOrd="0" parTransId="{B3D9080A-37F0-47AB-886B-C70BC3B87F01}" sibTransId="{253C1DF0-D2A5-49CC-A2F7-C34F4A32115E}"/>
    <dgm:cxn modelId="{2AFE0C22-C243-4168-894E-E9A7EC525495}" type="presOf" srcId="{05065339-FBEF-4176-B028-91DAD4657197}" destId="{A63C73AE-63CD-479C-9464-8E77591B9180}" srcOrd="0" destOrd="0" presId="urn:microsoft.com/office/officeart/2008/layout/LinedList"/>
    <dgm:cxn modelId="{98587BA7-0340-4427-BB80-9B411E5A0ADB}" srcId="{05065339-FBEF-4176-B028-91DAD4657197}" destId="{56A8FCBF-FB50-4775-BAC3-15D4A78DF9C1}" srcOrd="5" destOrd="0" parTransId="{16F3B7E0-F3EC-4C52-975E-4DCCD67DF164}" sibTransId="{17601EFC-6402-427B-910F-C7A248A392A1}"/>
    <dgm:cxn modelId="{27408CFF-55DC-42FE-8203-A51652D634A6}" type="presOf" srcId="{950546C4-CBE6-43DE-8E72-B86A642BFC8D}" destId="{8E927565-A0FF-4C7E-B6EF-96A29ED67E69}" srcOrd="0" destOrd="0" presId="urn:microsoft.com/office/officeart/2008/layout/LinedList"/>
    <dgm:cxn modelId="{71DE4BAF-046E-440D-85F5-CA24AEA6CB2F}" type="presOf" srcId="{16ADE282-5D2F-479C-ABE7-3A7A719BA50F}" destId="{79F1A222-3B45-4548-9A26-CBE1B175EE5D}" srcOrd="0" destOrd="0" presId="urn:microsoft.com/office/officeart/2008/layout/LinedList"/>
    <dgm:cxn modelId="{EFD185C2-A344-4999-9242-AA7C5DFC61FB}" type="presOf" srcId="{5FD4A12B-2C0E-4526-9339-EEFD02AB596F}" destId="{ABDEC0CF-45A7-4C7C-AB3C-2CF089A3C5F7}" srcOrd="0" destOrd="0" presId="urn:microsoft.com/office/officeart/2008/layout/LinedList"/>
    <dgm:cxn modelId="{AA30A6E2-EA5E-42BD-984F-73D47A599BEC}" srcId="{05065339-FBEF-4176-B028-91DAD4657197}" destId="{6A4D5114-FE42-4372-A238-CBB89336EED7}" srcOrd="1" destOrd="0" parTransId="{960D0D2B-DD34-4FF7-9DD9-87A356E0946D}" sibTransId="{7B8059FC-502F-41C6-B6FF-87A8AB2307ED}"/>
    <dgm:cxn modelId="{AE393F11-261A-480C-8A75-6D671ADE4F0D}" type="presOf" srcId="{CD65BA96-75BB-41C2-873E-D4E4AFCC70CB}" destId="{25ADFFBF-218D-4C8B-B709-414D97651C15}" srcOrd="0" destOrd="0" presId="urn:microsoft.com/office/officeart/2008/layout/LinedList"/>
    <dgm:cxn modelId="{99FAB2FE-5DCC-4F43-AC70-1E5519E4B3B7}" srcId="{05065339-FBEF-4176-B028-91DAD4657197}" destId="{7D618B10-5322-45E4-ADFB-6DA4406420BF}" srcOrd="4" destOrd="0" parTransId="{1833A645-66BD-4BCC-AB62-4DE66EDE26F5}" sibTransId="{A4FCA638-44BD-4854-9F75-4F68A5344676}"/>
    <dgm:cxn modelId="{0061CBFE-A4E0-4F07-B7B0-514EDDB15F22}" type="presOf" srcId="{6A4D5114-FE42-4372-A238-CBB89336EED7}" destId="{51F12123-52C9-4301-A973-55043BEF9667}" srcOrd="0" destOrd="0" presId="urn:microsoft.com/office/officeart/2008/layout/LinedList"/>
    <dgm:cxn modelId="{4C6EA687-68C6-4D8F-A9B4-99891B133CDE}" type="presOf" srcId="{7D618B10-5322-45E4-ADFB-6DA4406420BF}" destId="{2DE24DE8-CEFE-4D3C-8C05-FDA24F0B11B6}" srcOrd="0" destOrd="0" presId="urn:microsoft.com/office/officeart/2008/layout/LinedList"/>
    <dgm:cxn modelId="{09B25749-4A0F-4D9A-804C-BAC38014B0A9}" srcId="{05065339-FBEF-4176-B028-91DAD4657197}" destId="{5FD4A12B-2C0E-4526-9339-EEFD02AB596F}" srcOrd="0" destOrd="0" parTransId="{CF3A0D84-CB88-4828-A95F-A3DF5211EA0A}" sibTransId="{85500E56-E15B-4E6E-8FB2-07022AC356DF}"/>
    <dgm:cxn modelId="{C4BE999C-732F-4D7C-A3C8-BCA23EA56AEB}" srcId="{05065339-FBEF-4176-B028-91DAD4657197}" destId="{950546C4-CBE6-43DE-8E72-B86A642BFC8D}" srcOrd="2" destOrd="0" parTransId="{209AD106-4517-4E22-9645-AD16A924C5E6}" sibTransId="{6B566D85-003D-44B3-9DFA-84441218A4A5}"/>
    <dgm:cxn modelId="{CDEAF949-65A7-4EBD-BFE5-122F2E460581}" srcId="{05065339-FBEF-4176-B028-91DAD4657197}" destId="{CD65BA96-75BB-41C2-873E-D4E4AFCC70CB}" srcOrd="3" destOrd="0" parTransId="{A22AFCEF-00C3-4BE7-B117-F23DD09C2DBE}" sibTransId="{F68D1FB6-907F-41BF-86DD-374D5881B3B1}"/>
    <dgm:cxn modelId="{D896FBCF-AA34-43B2-AE7E-73FA8D89C3F2}" type="presOf" srcId="{56A8FCBF-FB50-4775-BAC3-15D4A78DF9C1}" destId="{AFBAACCC-2C75-4DDF-A735-38377F0E20D3}" srcOrd="0" destOrd="0" presId="urn:microsoft.com/office/officeart/2008/layout/LinedList"/>
    <dgm:cxn modelId="{801EB99D-5960-4E76-951D-D19AC31D016F}" type="presParOf" srcId="{A63C73AE-63CD-479C-9464-8E77591B9180}" destId="{029C4357-D3EB-408A-A816-459F13B8ED3E}" srcOrd="0" destOrd="0" presId="urn:microsoft.com/office/officeart/2008/layout/LinedList"/>
    <dgm:cxn modelId="{C5D92BFF-70F1-4CF5-BD00-A5CE99DBAD88}" type="presParOf" srcId="{A63C73AE-63CD-479C-9464-8E77591B9180}" destId="{32B781BC-1496-4FA2-8734-28085D78D7FF}" srcOrd="1" destOrd="0" presId="urn:microsoft.com/office/officeart/2008/layout/LinedList"/>
    <dgm:cxn modelId="{B1258F31-C78B-4AE5-B24D-DAFA42B473B6}" type="presParOf" srcId="{32B781BC-1496-4FA2-8734-28085D78D7FF}" destId="{ABDEC0CF-45A7-4C7C-AB3C-2CF089A3C5F7}" srcOrd="0" destOrd="0" presId="urn:microsoft.com/office/officeart/2008/layout/LinedList"/>
    <dgm:cxn modelId="{63AC83FF-3464-4C85-B45D-71B9650FEE04}" type="presParOf" srcId="{32B781BC-1496-4FA2-8734-28085D78D7FF}" destId="{5CE8E628-9AC1-4E16-AACC-71659272CF6F}" srcOrd="1" destOrd="0" presId="urn:microsoft.com/office/officeart/2008/layout/LinedList"/>
    <dgm:cxn modelId="{853493AD-1200-4044-8CB5-DB93B6957E94}" type="presParOf" srcId="{A63C73AE-63CD-479C-9464-8E77591B9180}" destId="{B5D281B6-CD67-4245-9F01-B6D4E7A69037}" srcOrd="2" destOrd="0" presId="urn:microsoft.com/office/officeart/2008/layout/LinedList"/>
    <dgm:cxn modelId="{48706BCF-1899-4702-BC9C-77A899903403}" type="presParOf" srcId="{A63C73AE-63CD-479C-9464-8E77591B9180}" destId="{8D81E3D5-0E50-4B63-8195-27798C30F17D}" srcOrd="3" destOrd="0" presId="urn:microsoft.com/office/officeart/2008/layout/LinedList"/>
    <dgm:cxn modelId="{4EB3314A-AED8-4FE2-9634-95987A0411D2}" type="presParOf" srcId="{8D81E3D5-0E50-4B63-8195-27798C30F17D}" destId="{51F12123-52C9-4301-A973-55043BEF9667}" srcOrd="0" destOrd="0" presId="urn:microsoft.com/office/officeart/2008/layout/LinedList"/>
    <dgm:cxn modelId="{97653866-AA29-43D3-A36D-DB971C9E843B}" type="presParOf" srcId="{8D81E3D5-0E50-4B63-8195-27798C30F17D}" destId="{A32C181D-B71A-48C8-BE7E-BB1BA7F6C8F3}" srcOrd="1" destOrd="0" presId="urn:microsoft.com/office/officeart/2008/layout/LinedList"/>
    <dgm:cxn modelId="{D4C3AAFB-90D1-4C5B-8AAC-9E8E6AA1895E}" type="presParOf" srcId="{A63C73AE-63CD-479C-9464-8E77591B9180}" destId="{417C0C25-804E-4B04-B60B-ECA70F1536B1}" srcOrd="4" destOrd="0" presId="urn:microsoft.com/office/officeart/2008/layout/LinedList"/>
    <dgm:cxn modelId="{AB62B69F-CA02-41BB-B38F-599751D9D612}" type="presParOf" srcId="{A63C73AE-63CD-479C-9464-8E77591B9180}" destId="{2CB7A347-D07A-4856-B81B-61ACB3C852CC}" srcOrd="5" destOrd="0" presId="urn:microsoft.com/office/officeart/2008/layout/LinedList"/>
    <dgm:cxn modelId="{C101DDF8-861D-470F-919F-716D03EFFC9D}" type="presParOf" srcId="{2CB7A347-D07A-4856-B81B-61ACB3C852CC}" destId="{8E927565-A0FF-4C7E-B6EF-96A29ED67E69}" srcOrd="0" destOrd="0" presId="urn:microsoft.com/office/officeart/2008/layout/LinedList"/>
    <dgm:cxn modelId="{90B24D14-EE53-4DC0-A5EB-6E662A0D6EAE}" type="presParOf" srcId="{2CB7A347-D07A-4856-B81B-61ACB3C852CC}" destId="{BA1C5E3F-5A98-4FC7-AE96-12D9657B0A21}" srcOrd="1" destOrd="0" presId="urn:microsoft.com/office/officeart/2008/layout/LinedList"/>
    <dgm:cxn modelId="{0C344C97-73CD-48A4-AF74-AD21BAB0CEC7}" type="presParOf" srcId="{A63C73AE-63CD-479C-9464-8E77591B9180}" destId="{A5207D95-543F-4B42-848A-6006CC0EE78A}" srcOrd="6" destOrd="0" presId="urn:microsoft.com/office/officeart/2008/layout/LinedList"/>
    <dgm:cxn modelId="{0F9383BD-A243-4963-BF5B-3BE65AAB7F3D}" type="presParOf" srcId="{A63C73AE-63CD-479C-9464-8E77591B9180}" destId="{17B5A8FF-AC4B-4EF2-B7AF-B3CFB26E9710}" srcOrd="7" destOrd="0" presId="urn:microsoft.com/office/officeart/2008/layout/LinedList"/>
    <dgm:cxn modelId="{00B97BDC-F18D-4F44-A74B-2D703E190AC4}" type="presParOf" srcId="{17B5A8FF-AC4B-4EF2-B7AF-B3CFB26E9710}" destId="{25ADFFBF-218D-4C8B-B709-414D97651C15}" srcOrd="0" destOrd="0" presId="urn:microsoft.com/office/officeart/2008/layout/LinedList"/>
    <dgm:cxn modelId="{E15982D0-E635-4997-83A0-64F73FA3470F}" type="presParOf" srcId="{17B5A8FF-AC4B-4EF2-B7AF-B3CFB26E9710}" destId="{31DF3A54-E264-4EF1-B34B-F494133A4FA1}" srcOrd="1" destOrd="0" presId="urn:microsoft.com/office/officeart/2008/layout/LinedList"/>
    <dgm:cxn modelId="{10D35377-1160-4748-B4AD-9605C7F1821E}" type="presParOf" srcId="{A63C73AE-63CD-479C-9464-8E77591B9180}" destId="{829D6798-AD69-408B-9D98-7FBAD1E5B9B7}" srcOrd="8" destOrd="0" presId="urn:microsoft.com/office/officeart/2008/layout/LinedList"/>
    <dgm:cxn modelId="{4BF09665-FB07-49C4-95F3-4E7564FBCEFF}" type="presParOf" srcId="{A63C73AE-63CD-479C-9464-8E77591B9180}" destId="{6C4228D8-E535-4971-8685-E51B46522EFB}" srcOrd="9" destOrd="0" presId="urn:microsoft.com/office/officeart/2008/layout/LinedList"/>
    <dgm:cxn modelId="{4A71B34A-F121-4F25-BA02-C28D57DA576D}" type="presParOf" srcId="{6C4228D8-E535-4971-8685-E51B46522EFB}" destId="{2DE24DE8-CEFE-4D3C-8C05-FDA24F0B11B6}" srcOrd="0" destOrd="0" presId="urn:microsoft.com/office/officeart/2008/layout/LinedList"/>
    <dgm:cxn modelId="{5D09CF7E-F686-465A-9FFE-1C5C31EE8BFD}" type="presParOf" srcId="{6C4228D8-E535-4971-8685-E51B46522EFB}" destId="{C0D3D36D-631C-471C-B611-2D52D23428EF}" srcOrd="1" destOrd="0" presId="urn:microsoft.com/office/officeart/2008/layout/LinedList"/>
    <dgm:cxn modelId="{53D213D6-49E8-4E79-B106-14336C259271}" type="presParOf" srcId="{A63C73AE-63CD-479C-9464-8E77591B9180}" destId="{6AD611BA-4CF0-49D3-A160-CD88C2024A93}" srcOrd="10" destOrd="0" presId="urn:microsoft.com/office/officeart/2008/layout/LinedList"/>
    <dgm:cxn modelId="{0128A469-06C8-4435-8AA9-77102A24A859}" type="presParOf" srcId="{A63C73AE-63CD-479C-9464-8E77591B9180}" destId="{1FA3A0CC-BC0A-4315-9B98-C3AFBCC6BAA3}" srcOrd="11" destOrd="0" presId="urn:microsoft.com/office/officeart/2008/layout/LinedList"/>
    <dgm:cxn modelId="{CA4EAE16-051B-418D-A7AA-49039CB858EF}" type="presParOf" srcId="{1FA3A0CC-BC0A-4315-9B98-C3AFBCC6BAA3}" destId="{AFBAACCC-2C75-4DDF-A735-38377F0E20D3}" srcOrd="0" destOrd="0" presId="urn:microsoft.com/office/officeart/2008/layout/LinedList"/>
    <dgm:cxn modelId="{19CB8BA0-768F-4565-AD51-DF59BD72BD9C}" type="presParOf" srcId="{1FA3A0CC-BC0A-4315-9B98-C3AFBCC6BAA3}" destId="{80824512-5E5C-4391-8204-30889F92C7CE}" srcOrd="1" destOrd="0" presId="urn:microsoft.com/office/officeart/2008/layout/LinedList"/>
    <dgm:cxn modelId="{1AD1E7B9-28C0-4FE8-85D8-CE5FBFD23F45}" type="presParOf" srcId="{A63C73AE-63CD-479C-9464-8E77591B9180}" destId="{9541E971-E233-4F0E-8D30-0787DD826B74}" srcOrd="12" destOrd="0" presId="urn:microsoft.com/office/officeart/2008/layout/LinedList"/>
    <dgm:cxn modelId="{9DA58635-C573-4383-9F45-1B67F3402E4F}" type="presParOf" srcId="{A63C73AE-63CD-479C-9464-8E77591B9180}" destId="{16877AC9-7C3E-44D2-B096-8EDF2F8E48AC}" srcOrd="13" destOrd="0" presId="urn:microsoft.com/office/officeart/2008/layout/LinedList"/>
    <dgm:cxn modelId="{F02068D3-C8BC-4928-B7DA-FA7A6692DA65}" type="presParOf" srcId="{16877AC9-7C3E-44D2-B096-8EDF2F8E48AC}" destId="{79F1A222-3B45-4548-9A26-CBE1B175EE5D}" srcOrd="0" destOrd="0" presId="urn:microsoft.com/office/officeart/2008/layout/LinedList"/>
    <dgm:cxn modelId="{B40D36EF-3C09-476E-A1F7-7E21FE6B8F06}" type="presParOf" srcId="{16877AC9-7C3E-44D2-B096-8EDF2F8E48AC}" destId="{94C1A54E-4BC2-4972-9A3E-B8E7053E6A7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51EF3F-6D6D-46B4-870C-9BC98BB62B8D}">
      <dsp:nvSpPr>
        <dsp:cNvPr id="0" name=""/>
        <dsp:cNvSpPr/>
      </dsp:nvSpPr>
      <dsp:spPr>
        <a:xfrm>
          <a:off x="3036131" y="1408701"/>
          <a:ext cx="2412107" cy="164609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a:t>Voluntary Act</a:t>
          </a:r>
        </a:p>
      </dsp:txBody>
      <dsp:txXfrm>
        <a:off x="3389376" y="1649766"/>
        <a:ext cx="1705617" cy="1163964"/>
      </dsp:txXfrm>
    </dsp:sp>
    <dsp:sp modelId="{DB2B118A-73AF-4320-9F1C-7E3BDB210401}">
      <dsp:nvSpPr>
        <dsp:cNvPr id="0" name=""/>
        <dsp:cNvSpPr/>
      </dsp:nvSpPr>
      <dsp:spPr>
        <a:xfrm rot="16200000">
          <a:off x="4145308" y="1297959"/>
          <a:ext cx="193752" cy="27730"/>
        </a:xfrm>
        <a:custGeom>
          <a:avLst/>
          <a:gdLst/>
          <a:ahLst/>
          <a:cxnLst/>
          <a:rect l="0" t="0" r="0" b="0"/>
          <a:pathLst>
            <a:path>
              <a:moveTo>
                <a:pt x="0" y="13865"/>
              </a:moveTo>
              <a:lnTo>
                <a:pt x="193752" y="138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4237340" y="1306981"/>
        <a:ext cx="9687" cy="9687"/>
      </dsp:txXfrm>
    </dsp:sp>
    <dsp:sp modelId="{FB2B0C6E-6362-4661-A68F-2CA03DE39795}">
      <dsp:nvSpPr>
        <dsp:cNvPr id="0" name=""/>
        <dsp:cNvSpPr/>
      </dsp:nvSpPr>
      <dsp:spPr>
        <a:xfrm>
          <a:off x="3054324" y="-52906"/>
          <a:ext cx="2375719" cy="126785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a:t>Conscious</a:t>
          </a:r>
        </a:p>
      </dsp:txBody>
      <dsp:txXfrm>
        <a:off x="3402240" y="132767"/>
        <a:ext cx="1679887" cy="896509"/>
      </dsp:txXfrm>
    </dsp:sp>
    <dsp:sp modelId="{0A562640-26D6-4CBC-9608-F544D755BFC6}">
      <dsp:nvSpPr>
        <dsp:cNvPr id="0" name=""/>
        <dsp:cNvSpPr/>
      </dsp:nvSpPr>
      <dsp:spPr>
        <a:xfrm rot="52137">
          <a:off x="5447912" y="2239841"/>
          <a:ext cx="483957" cy="27730"/>
        </a:xfrm>
        <a:custGeom>
          <a:avLst/>
          <a:gdLst/>
          <a:ahLst/>
          <a:cxnLst/>
          <a:rect l="0" t="0" r="0" b="0"/>
          <a:pathLst>
            <a:path>
              <a:moveTo>
                <a:pt x="0" y="13865"/>
              </a:moveTo>
              <a:lnTo>
                <a:pt x="483957" y="138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a:off x="5677792" y="2241607"/>
        <a:ext cx="24197" cy="24197"/>
      </dsp:txXfrm>
    </dsp:sp>
    <dsp:sp modelId="{04D86C29-E394-4F55-B05F-3E7CFE8BBD4E}">
      <dsp:nvSpPr>
        <dsp:cNvPr id="0" name=""/>
        <dsp:cNvSpPr/>
      </dsp:nvSpPr>
      <dsp:spPr>
        <a:xfrm>
          <a:off x="5931727" y="1295394"/>
          <a:ext cx="1969283" cy="195382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a:t>Active</a:t>
          </a:r>
        </a:p>
      </dsp:txBody>
      <dsp:txXfrm>
        <a:off x="6220122" y="1581525"/>
        <a:ext cx="1392493" cy="1381566"/>
      </dsp:txXfrm>
    </dsp:sp>
    <dsp:sp modelId="{F85B6822-AC52-40CE-81DB-0303B7C2F562}">
      <dsp:nvSpPr>
        <dsp:cNvPr id="0" name=""/>
        <dsp:cNvSpPr/>
      </dsp:nvSpPr>
      <dsp:spPr>
        <a:xfrm rot="5489772">
          <a:off x="4192291" y="3068467"/>
          <a:ext cx="55353" cy="27730"/>
        </a:xfrm>
        <a:custGeom>
          <a:avLst/>
          <a:gdLst/>
          <a:ahLst/>
          <a:cxnLst/>
          <a:rect l="0" t="0" r="0" b="0"/>
          <a:pathLst>
            <a:path>
              <a:moveTo>
                <a:pt x="0" y="13865"/>
              </a:moveTo>
              <a:lnTo>
                <a:pt x="55353" y="138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0800000">
        <a:off x="4218583" y="3080948"/>
        <a:ext cx="2767" cy="2767"/>
      </dsp:txXfrm>
    </dsp:sp>
    <dsp:sp modelId="{45A5CADE-457F-4E48-8E5C-8252861757E9}">
      <dsp:nvSpPr>
        <dsp:cNvPr id="0" name=""/>
        <dsp:cNvSpPr/>
      </dsp:nvSpPr>
      <dsp:spPr>
        <a:xfrm>
          <a:off x="3036134" y="3109883"/>
          <a:ext cx="2325867" cy="154518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a:t>Guided by reason</a:t>
          </a:r>
        </a:p>
      </dsp:txBody>
      <dsp:txXfrm>
        <a:off x="3376749" y="3336170"/>
        <a:ext cx="1644637" cy="1092611"/>
      </dsp:txXfrm>
    </dsp:sp>
    <dsp:sp modelId="{CD686AFF-9CE9-460B-8EF6-5B89D89EE759}">
      <dsp:nvSpPr>
        <dsp:cNvPr id="0" name=""/>
        <dsp:cNvSpPr/>
      </dsp:nvSpPr>
      <dsp:spPr>
        <a:xfrm rot="10788012">
          <a:off x="2789936" y="2222518"/>
          <a:ext cx="246211" cy="27730"/>
        </a:xfrm>
        <a:custGeom>
          <a:avLst/>
          <a:gdLst/>
          <a:ahLst/>
          <a:cxnLst/>
          <a:rect l="0" t="0" r="0" b="0"/>
          <a:pathLst>
            <a:path>
              <a:moveTo>
                <a:pt x="0" y="13865"/>
              </a:moveTo>
              <a:lnTo>
                <a:pt x="246211" y="138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dirty="0"/>
        </a:p>
      </dsp:txBody>
      <dsp:txXfrm rot="10800000">
        <a:off x="2906886" y="2230228"/>
        <a:ext cx="12310" cy="12310"/>
      </dsp:txXfrm>
    </dsp:sp>
    <dsp:sp modelId="{107B3BC5-7808-44F2-8DED-6663237995E3}">
      <dsp:nvSpPr>
        <dsp:cNvPr id="0" name=""/>
        <dsp:cNvSpPr/>
      </dsp:nvSpPr>
      <dsp:spPr>
        <a:xfrm>
          <a:off x="311130" y="1371601"/>
          <a:ext cx="2478821" cy="17390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ct val="35000"/>
            </a:spcAft>
          </a:pPr>
          <a:r>
            <a:rPr lang="en-US" sz="2800" b="1" kern="1200" dirty="0"/>
            <a:t>Self-referential</a:t>
          </a:r>
        </a:p>
      </dsp:txBody>
      <dsp:txXfrm>
        <a:off x="674145" y="1626281"/>
        <a:ext cx="1752791" cy="12297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0514BF-5895-4449-8D01-58CAB35C3B79}">
      <dsp:nvSpPr>
        <dsp:cNvPr id="0" name=""/>
        <dsp:cNvSpPr/>
      </dsp:nvSpPr>
      <dsp:spPr>
        <a:xfrm>
          <a:off x="0" y="124316"/>
          <a:ext cx="7623334" cy="55165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GB" sz="2300" kern="1200" dirty="0"/>
            <a:t>Perfectly voluntary: </a:t>
          </a:r>
          <a:endParaRPr lang="en-US" sz="2300" kern="1200" dirty="0"/>
        </a:p>
      </dsp:txBody>
      <dsp:txXfrm>
        <a:off x="26930" y="151246"/>
        <a:ext cx="7569474" cy="497795"/>
      </dsp:txXfrm>
    </dsp:sp>
    <dsp:sp modelId="{563FE33E-5722-470A-9C7C-B7CB3FE618B2}">
      <dsp:nvSpPr>
        <dsp:cNvPr id="0" name=""/>
        <dsp:cNvSpPr/>
      </dsp:nvSpPr>
      <dsp:spPr>
        <a:xfrm>
          <a:off x="0" y="675971"/>
          <a:ext cx="7623334"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Full knowledge and consent</a:t>
          </a:r>
          <a:endParaRPr lang="en-US" sz="1800" kern="1200" dirty="0"/>
        </a:p>
      </dsp:txBody>
      <dsp:txXfrm>
        <a:off x="0" y="675971"/>
        <a:ext cx="7623334" cy="380880"/>
      </dsp:txXfrm>
    </dsp:sp>
    <dsp:sp modelId="{C6785F3B-36A1-410E-A28B-497D8419DE66}">
      <dsp:nvSpPr>
        <dsp:cNvPr id="0" name=""/>
        <dsp:cNvSpPr/>
      </dsp:nvSpPr>
      <dsp:spPr>
        <a:xfrm>
          <a:off x="0" y="1056852"/>
          <a:ext cx="7623334" cy="55165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GB" sz="2300" kern="1200" dirty="0"/>
            <a:t>Imperfectly voluntary: </a:t>
          </a:r>
          <a:endParaRPr lang="en-US" sz="2300" kern="1200" dirty="0"/>
        </a:p>
      </dsp:txBody>
      <dsp:txXfrm>
        <a:off x="26930" y="1083782"/>
        <a:ext cx="7569474" cy="497795"/>
      </dsp:txXfrm>
    </dsp:sp>
    <dsp:sp modelId="{E903BF4B-34E8-492A-8266-6816DEC38465}">
      <dsp:nvSpPr>
        <dsp:cNvPr id="0" name=""/>
        <dsp:cNvSpPr/>
      </dsp:nvSpPr>
      <dsp:spPr>
        <a:xfrm>
          <a:off x="0" y="1608507"/>
          <a:ext cx="7623334"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Imperfect knowledge and/or imperfect consent</a:t>
          </a:r>
          <a:endParaRPr lang="en-US" sz="1800" kern="1200" dirty="0"/>
        </a:p>
      </dsp:txBody>
      <dsp:txXfrm>
        <a:off x="0" y="1608507"/>
        <a:ext cx="7623334" cy="380880"/>
      </dsp:txXfrm>
    </dsp:sp>
    <dsp:sp modelId="{CFE2D7D1-1299-4EF2-A237-0D1915538A56}">
      <dsp:nvSpPr>
        <dsp:cNvPr id="0" name=""/>
        <dsp:cNvSpPr/>
      </dsp:nvSpPr>
      <dsp:spPr>
        <a:xfrm>
          <a:off x="0" y="1989387"/>
          <a:ext cx="7623334" cy="55165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GB" sz="2300" kern="1200" dirty="0"/>
            <a:t>Involuntary: </a:t>
          </a:r>
          <a:endParaRPr lang="en-US" sz="2300" kern="1200" dirty="0"/>
        </a:p>
      </dsp:txBody>
      <dsp:txXfrm>
        <a:off x="26930" y="2016317"/>
        <a:ext cx="7569474" cy="497795"/>
      </dsp:txXfrm>
    </dsp:sp>
    <dsp:sp modelId="{463ED1D6-FC94-4F8F-8A59-FF26585FF96A}">
      <dsp:nvSpPr>
        <dsp:cNvPr id="0" name=""/>
        <dsp:cNvSpPr/>
      </dsp:nvSpPr>
      <dsp:spPr>
        <a:xfrm>
          <a:off x="0" y="2541042"/>
          <a:ext cx="7623334"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No knowledge or consent</a:t>
          </a:r>
          <a:endParaRPr lang="en-US" sz="1800" kern="1200" dirty="0"/>
        </a:p>
      </dsp:txBody>
      <dsp:txXfrm>
        <a:off x="0" y="2541042"/>
        <a:ext cx="7623334" cy="380880"/>
      </dsp:txXfrm>
    </dsp:sp>
    <dsp:sp modelId="{740E3F2F-F74F-427F-B9B0-8017FB432DB0}">
      <dsp:nvSpPr>
        <dsp:cNvPr id="0" name=""/>
        <dsp:cNvSpPr/>
      </dsp:nvSpPr>
      <dsp:spPr>
        <a:xfrm>
          <a:off x="0" y="2921922"/>
          <a:ext cx="7623334" cy="55165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GB" sz="2300" kern="1200" dirty="0"/>
            <a:t>Mixed acts/double effect: </a:t>
          </a:r>
          <a:endParaRPr lang="en-US" sz="2300" kern="1200" dirty="0"/>
        </a:p>
      </dsp:txBody>
      <dsp:txXfrm>
        <a:off x="26930" y="2948852"/>
        <a:ext cx="7569474" cy="497795"/>
      </dsp:txXfrm>
    </dsp:sp>
    <dsp:sp modelId="{8DCFC7A0-C54A-45CE-BD59-9FE7B1EEC7E2}">
      <dsp:nvSpPr>
        <dsp:cNvPr id="0" name=""/>
        <dsp:cNvSpPr/>
      </dsp:nvSpPr>
      <dsp:spPr>
        <a:xfrm>
          <a:off x="0" y="3473577"/>
          <a:ext cx="7623334"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Direct object known  + wanted AND indirect object known but not wanted</a:t>
          </a:r>
          <a:endParaRPr lang="en-US" sz="1800" kern="1200" dirty="0"/>
        </a:p>
      </dsp:txBody>
      <dsp:txXfrm>
        <a:off x="0" y="3473577"/>
        <a:ext cx="7623334" cy="380880"/>
      </dsp:txXfrm>
    </dsp:sp>
    <dsp:sp modelId="{D08AFFAD-F020-4A56-BA77-4D4DCB942110}">
      <dsp:nvSpPr>
        <dsp:cNvPr id="0" name=""/>
        <dsp:cNvSpPr/>
      </dsp:nvSpPr>
      <dsp:spPr>
        <a:xfrm>
          <a:off x="0" y="3854457"/>
          <a:ext cx="7623334" cy="551655"/>
        </a:xfrm>
        <a:prstGeom prst="round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GB" sz="2300" kern="1200" dirty="0"/>
            <a:t>Omission: </a:t>
          </a:r>
          <a:endParaRPr lang="en-US" sz="2300" kern="1200" dirty="0"/>
        </a:p>
      </dsp:txBody>
      <dsp:txXfrm>
        <a:off x="26930" y="3881387"/>
        <a:ext cx="7569474" cy="497795"/>
      </dsp:txXfrm>
    </dsp:sp>
    <dsp:sp modelId="{E7F8763F-2194-40CD-95C3-3F2088456C41}">
      <dsp:nvSpPr>
        <dsp:cNvPr id="0" name=""/>
        <dsp:cNvSpPr/>
      </dsp:nvSpPr>
      <dsp:spPr>
        <a:xfrm>
          <a:off x="0" y="4406112"/>
          <a:ext cx="7623334"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041"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dirty="0"/>
            <a:t>Know + choose not to act OR abstain from any decision/action</a:t>
          </a:r>
          <a:endParaRPr lang="en-US" sz="1800" kern="1200" dirty="0"/>
        </a:p>
      </dsp:txBody>
      <dsp:txXfrm>
        <a:off x="0" y="4406112"/>
        <a:ext cx="7623334" cy="3808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1E35E-640B-4404-8616-EE8D842B887A}">
      <dsp:nvSpPr>
        <dsp:cNvPr id="0" name=""/>
        <dsp:cNvSpPr/>
      </dsp:nvSpPr>
      <dsp:spPr>
        <a:xfrm rot="5400000">
          <a:off x="3219068" y="16446"/>
          <a:ext cx="3929380" cy="487883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70485" rIns="140970" bIns="70485" numCol="1" spcCol="1270" anchor="ctr" anchorCtr="0">
          <a:noAutofit/>
        </a:bodyPr>
        <a:lstStyle/>
        <a:p>
          <a:pPr marL="285750" lvl="1" indent="-285750" algn="l" defTabSz="1644650">
            <a:lnSpc>
              <a:spcPct val="90000"/>
            </a:lnSpc>
            <a:spcBef>
              <a:spcPct val="0"/>
            </a:spcBef>
            <a:spcAft>
              <a:spcPct val="15000"/>
            </a:spcAft>
            <a:buChar char="••"/>
          </a:pPr>
          <a:r>
            <a:rPr lang="en-GB" sz="3700" kern="1200" dirty="0"/>
            <a:t>Did it involve your intellect? </a:t>
          </a:r>
          <a:endParaRPr lang="en-US" sz="3700" kern="1200" dirty="0"/>
        </a:p>
        <a:p>
          <a:pPr marL="285750" lvl="1" indent="-285750" algn="l" defTabSz="1644650">
            <a:lnSpc>
              <a:spcPct val="90000"/>
            </a:lnSpc>
            <a:spcBef>
              <a:spcPct val="0"/>
            </a:spcBef>
            <a:spcAft>
              <a:spcPct val="15000"/>
            </a:spcAft>
            <a:buChar char="••"/>
          </a:pPr>
          <a:r>
            <a:rPr lang="en-GB" sz="3700" kern="1200" dirty="0"/>
            <a:t>How?</a:t>
          </a:r>
          <a:endParaRPr lang="en-US" sz="3700" kern="1200" dirty="0"/>
        </a:p>
        <a:p>
          <a:pPr marL="285750" lvl="1" indent="-285750" algn="l" defTabSz="1644650">
            <a:lnSpc>
              <a:spcPct val="90000"/>
            </a:lnSpc>
            <a:spcBef>
              <a:spcPct val="0"/>
            </a:spcBef>
            <a:spcAft>
              <a:spcPct val="15000"/>
            </a:spcAft>
            <a:buChar char="••"/>
          </a:pPr>
          <a:r>
            <a:rPr lang="en-GB" sz="3700" kern="1200" dirty="0"/>
            <a:t>Did it involve your will? </a:t>
          </a:r>
          <a:endParaRPr lang="en-US" sz="3700" kern="1200" dirty="0"/>
        </a:p>
        <a:p>
          <a:pPr marL="285750" lvl="1" indent="-285750" algn="l" defTabSz="1644650">
            <a:lnSpc>
              <a:spcPct val="90000"/>
            </a:lnSpc>
            <a:spcBef>
              <a:spcPct val="0"/>
            </a:spcBef>
            <a:spcAft>
              <a:spcPct val="15000"/>
            </a:spcAft>
            <a:buChar char="••"/>
          </a:pPr>
          <a:r>
            <a:rPr lang="en-GB" sz="3700" kern="1200" dirty="0"/>
            <a:t>How?</a:t>
          </a:r>
          <a:endParaRPr lang="en-US" sz="3700" kern="1200" dirty="0"/>
        </a:p>
      </dsp:txBody>
      <dsp:txXfrm rot="-5400000">
        <a:off x="2744343" y="682989"/>
        <a:ext cx="4687015" cy="3545746"/>
      </dsp:txXfrm>
    </dsp:sp>
    <dsp:sp modelId="{0504FD42-C60A-4E64-8E68-9BF4FEB2B6E5}">
      <dsp:nvSpPr>
        <dsp:cNvPr id="0" name=""/>
        <dsp:cNvSpPr/>
      </dsp:nvSpPr>
      <dsp:spPr>
        <a:xfrm>
          <a:off x="0" y="0"/>
          <a:ext cx="2744343" cy="491172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99060" rIns="198120" bIns="99060" numCol="1" spcCol="1270" anchor="ctr" anchorCtr="0">
          <a:noAutofit/>
        </a:bodyPr>
        <a:lstStyle/>
        <a:p>
          <a:pPr lvl="0" algn="ctr" defTabSz="2311400">
            <a:lnSpc>
              <a:spcPct val="90000"/>
            </a:lnSpc>
            <a:spcBef>
              <a:spcPct val="0"/>
            </a:spcBef>
            <a:spcAft>
              <a:spcPct val="35000"/>
            </a:spcAft>
          </a:pPr>
          <a:r>
            <a:rPr lang="en-GB" sz="5200" kern="1200" dirty="0"/>
            <a:t>Coming to class today</a:t>
          </a:r>
          <a:endParaRPr lang="en-US" sz="5200" kern="1200" dirty="0"/>
        </a:p>
      </dsp:txBody>
      <dsp:txXfrm>
        <a:off x="133968" y="133968"/>
        <a:ext cx="2476407" cy="46437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21E35E-640B-4404-8616-EE8D842B887A}">
      <dsp:nvSpPr>
        <dsp:cNvPr id="0" name=""/>
        <dsp:cNvSpPr/>
      </dsp:nvSpPr>
      <dsp:spPr>
        <a:xfrm rot="5400000">
          <a:off x="4225586" y="-1241555"/>
          <a:ext cx="1916561" cy="487893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GB" sz="1600" b="1" kern="1200" dirty="0"/>
            <a:t>I used my intellect to know that it is good for me to come to class even though I felt tired after a long day at work</a:t>
          </a:r>
          <a:endParaRPr lang="en-US" sz="1600" b="1" kern="1200" dirty="0"/>
        </a:p>
        <a:p>
          <a:pPr marL="171450" lvl="1" indent="-171450" algn="l" defTabSz="711200">
            <a:lnSpc>
              <a:spcPct val="90000"/>
            </a:lnSpc>
            <a:spcBef>
              <a:spcPct val="0"/>
            </a:spcBef>
            <a:spcAft>
              <a:spcPct val="15000"/>
            </a:spcAft>
            <a:buChar char="••"/>
          </a:pPr>
          <a:endParaRPr lang="en-US" sz="1600" b="1" kern="1200" dirty="0"/>
        </a:p>
        <a:p>
          <a:pPr marL="171450" lvl="1" indent="-171450" algn="l" defTabSz="711200">
            <a:lnSpc>
              <a:spcPct val="90000"/>
            </a:lnSpc>
            <a:spcBef>
              <a:spcPct val="0"/>
            </a:spcBef>
            <a:spcAft>
              <a:spcPct val="15000"/>
            </a:spcAft>
            <a:buChar char="••"/>
          </a:pPr>
          <a:r>
            <a:rPr lang="en-US" sz="1600" b="1" kern="1200" dirty="0"/>
            <a:t>I used my will to want to come to class and actually reach class because I knew it was good for me, even though I didn’t feel like doing it</a:t>
          </a:r>
        </a:p>
      </dsp:txBody>
      <dsp:txXfrm rot="-5400000">
        <a:off x="2744401" y="333189"/>
        <a:ext cx="4785374" cy="1729443"/>
      </dsp:txXfrm>
    </dsp:sp>
    <dsp:sp modelId="{0504FD42-C60A-4E64-8E68-9BF4FEB2B6E5}">
      <dsp:nvSpPr>
        <dsp:cNvPr id="0" name=""/>
        <dsp:cNvSpPr/>
      </dsp:nvSpPr>
      <dsp:spPr>
        <a:xfrm>
          <a:off x="0" y="59"/>
          <a:ext cx="2744400" cy="239570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en-US" sz="4700" kern="1200" dirty="0"/>
            <a:t>I came to class today</a:t>
          </a:r>
        </a:p>
      </dsp:txBody>
      <dsp:txXfrm>
        <a:off x="116948" y="117007"/>
        <a:ext cx="2510504" cy="2161805"/>
      </dsp:txXfrm>
    </dsp:sp>
    <dsp:sp modelId="{07441A2E-C1E9-49AC-96D5-7742226296E5}">
      <dsp:nvSpPr>
        <dsp:cNvPr id="0" name=""/>
        <dsp:cNvSpPr/>
      </dsp:nvSpPr>
      <dsp:spPr>
        <a:xfrm rot="5400000">
          <a:off x="4225586" y="1273931"/>
          <a:ext cx="1916561" cy="4878933"/>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1" kern="1200" dirty="0"/>
            <a:t>How do the intellect and will interact with each other in voluntary actions and decisions?</a:t>
          </a:r>
        </a:p>
      </dsp:txBody>
      <dsp:txXfrm rot="-5400000">
        <a:off x="2744401" y="2848676"/>
        <a:ext cx="4785374" cy="1729443"/>
      </dsp:txXfrm>
    </dsp:sp>
    <dsp:sp modelId="{A05D5A09-E78D-4849-9F9B-6DE79D7EEB80}">
      <dsp:nvSpPr>
        <dsp:cNvPr id="0" name=""/>
        <dsp:cNvSpPr/>
      </dsp:nvSpPr>
      <dsp:spPr>
        <a:xfrm>
          <a:off x="0" y="2515547"/>
          <a:ext cx="2744400" cy="239570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lvl="0" algn="ctr" defTabSz="2089150">
            <a:lnSpc>
              <a:spcPct val="90000"/>
            </a:lnSpc>
            <a:spcBef>
              <a:spcPct val="0"/>
            </a:spcBef>
            <a:spcAft>
              <a:spcPct val="35000"/>
            </a:spcAft>
          </a:pPr>
          <a:r>
            <a:rPr lang="en-GB" sz="4700" kern="1200" dirty="0"/>
            <a:t>Intellect and Will</a:t>
          </a:r>
          <a:endParaRPr lang="en-US" sz="4700" kern="1200" dirty="0"/>
        </a:p>
      </dsp:txBody>
      <dsp:txXfrm>
        <a:off x="116948" y="2632495"/>
        <a:ext cx="2510504" cy="21618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07C5D9-C186-4DBF-8393-596E382195E2}">
      <dsp:nvSpPr>
        <dsp:cNvPr id="0" name=""/>
        <dsp:cNvSpPr/>
      </dsp:nvSpPr>
      <dsp:spPr>
        <a:xfrm>
          <a:off x="1213102" y="-16074"/>
          <a:ext cx="4905728" cy="4905728"/>
        </a:xfrm>
        <a:prstGeom prst="circularArrow">
          <a:avLst>
            <a:gd name="adj1" fmla="val 5274"/>
            <a:gd name="adj2" fmla="val 312630"/>
            <a:gd name="adj3" fmla="val 14235431"/>
            <a:gd name="adj4" fmla="val 17122748"/>
            <a:gd name="adj5" fmla="val 547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3B4AE0-966F-4D16-8868-C8147FA74774}">
      <dsp:nvSpPr>
        <dsp:cNvPr id="0" name=""/>
        <dsp:cNvSpPr/>
      </dsp:nvSpPr>
      <dsp:spPr>
        <a:xfrm>
          <a:off x="2737264" y="-9976"/>
          <a:ext cx="1857404" cy="9287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b="1" kern="1200" dirty="0"/>
            <a:t>I see a nice phone</a:t>
          </a:r>
        </a:p>
      </dsp:txBody>
      <dsp:txXfrm>
        <a:off x="2782599" y="35359"/>
        <a:ext cx="1766734" cy="838032"/>
      </dsp:txXfrm>
    </dsp:sp>
    <dsp:sp modelId="{6D3EB77A-4D00-4826-87B9-030E7E75206A}">
      <dsp:nvSpPr>
        <dsp:cNvPr id="0" name=""/>
        <dsp:cNvSpPr/>
      </dsp:nvSpPr>
      <dsp:spPr>
        <a:xfrm>
          <a:off x="4267528" y="1224586"/>
          <a:ext cx="2439886" cy="9287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b="1" kern="1200" dirty="0"/>
            <a:t>My intellect evaluates if the phone is good or bad</a:t>
          </a:r>
        </a:p>
      </dsp:txBody>
      <dsp:txXfrm>
        <a:off x="4312863" y="1269921"/>
        <a:ext cx="2349216" cy="838032"/>
      </dsp:txXfrm>
    </dsp:sp>
    <dsp:sp modelId="{B3E39EAE-D63B-46E1-8752-EFD3B7792CC7}">
      <dsp:nvSpPr>
        <dsp:cNvPr id="0" name=""/>
        <dsp:cNvSpPr/>
      </dsp:nvSpPr>
      <dsp:spPr>
        <a:xfrm>
          <a:off x="4266096" y="2866397"/>
          <a:ext cx="2246679" cy="9287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b="1" kern="1200" dirty="0"/>
            <a:t>My intellect judges the phone is good for me</a:t>
          </a:r>
        </a:p>
      </dsp:txBody>
      <dsp:txXfrm>
        <a:off x="4311431" y="2911732"/>
        <a:ext cx="2156009" cy="838032"/>
      </dsp:txXfrm>
    </dsp:sp>
    <dsp:sp modelId="{55FF424A-AFE6-475A-89AB-B3DC8F368962}">
      <dsp:nvSpPr>
        <dsp:cNvPr id="0" name=""/>
        <dsp:cNvSpPr/>
      </dsp:nvSpPr>
      <dsp:spPr>
        <a:xfrm>
          <a:off x="2593471" y="3947660"/>
          <a:ext cx="2188523" cy="97404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ctr" defTabSz="755650">
            <a:lnSpc>
              <a:spcPct val="90000"/>
            </a:lnSpc>
            <a:spcBef>
              <a:spcPct val="0"/>
            </a:spcBef>
            <a:spcAft>
              <a:spcPct val="35000"/>
            </a:spcAft>
          </a:pPr>
          <a:r>
            <a:rPr lang="en-GB" sz="1700" b="1" kern="1200" dirty="0"/>
            <a:t>My intellect presents the phone as good to my will</a:t>
          </a:r>
        </a:p>
      </dsp:txBody>
      <dsp:txXfrm>
        <a:off x="2641020" y="3995209"/>
        <a:ext cx="2093425" cy="878943"/>
      </dsp:txXfrm>
    </dsp:sp>
    <dsp:sp modelId="{98D0669A-EE7B-4F1A-8898-1B9A39BBA02D}">
      <dsp:nvSpPr>
        <dsp:cNvPr id="0" name=""/>
        <dsp:cNvSpPr/>
      </dsp:nvSpPr>
      <dsp:spPr>
        <a:xfrm>
          <a:off x="837250" y="2616028"/>
          <a:ext cx="1857404" cy="9287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b="1" kern="1200" dirty="0"/>
            <a:t>My will is attracted to the good phone</a:t>
          </a:r>
        </a:p>
      </dsp:txBody>
      <dsp:txXfrm>
        <a:off x="882585" y="2661363"/>
        <a:ext cx="1766734" cy="838032"/>
      </dsp:txXfrm>
    </dsp:sp>
    <dsp:sp modelId="{FCA3143A-EC58-497F-81E7-5486497A6FAC}">
      <dsp:nvSpPr>
        <dsp:cNvPr id="0" name=""/>
        <dsp:cNvSpPr/>
      </dsp:nvSpPr>
      <dsp:spPr>
        <a:xfrm>
          <a:off x="1013741" y="985099"/>
          <a:ext cx="1857404" cy="9287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b="1" kern="1200" dirty="0"/>
            <a:t>My will moves me to want the good phone</a:t>
          </a:r>
        </a:p>
      </dsp:txBody>
      <dsp:txXfrm>
        <a:off x="1059076" y="1030434"/>
        <a:ext cx="1766734" cy="83803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9C4357-D3EB-408A-A816-459F13B8ED3E}">
      <dsp:nvSpPr>
        <dsp:cNvPr id="0" name=""/>
        <dsp:cNvSpPr/>
      </dsp:nvSpPr>
      <dsp:spPr>
        <a:xfrm>
          <a:off x="0" y="599"/>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DEC0CF-45A7-4C7C-AB3C-2CF089A3C5F7}">
      <dsp:nvSpPr>
        <dsp:cNvPr id="0" name=""/>
        <dsp:cNvSpPr/>
      </dsp:nvSpPr>
      <dsp:spPr>
        <a:xfrm>
          <a:off x="0" y="599"/>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Lack of awareness / consent: types of voluntary actions</a:t>
          </a:r>
          <a:endParaRPr lang="en-US" sz="2600" kern="1200" dirty="0"/>
        </a:p>
      </dsp:txBody>
      <dsp:txXfrm>
        <a:off x="0" y="599"/>
        <a:ext cx="7623334" cy="701444"/>
      </dsp:txXfrm>
    </dsp:sp>
    <dsp:sp modelId="{B5D281B6-CD67-4245-9F01-B6D4E7A69037}">
      <dsp:nvSpPr>
        <dsp:cNvPr id="0" name=""/>
        <dsp:cNvSpPr/>
      </dsp:nvSpPr>
      <dsp:spPr>
        <a:xfrm>
          <a:off x="0" y="702043"/>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F12123-52C9-4301-A973-55043BEF9667}">
      <dsp:nvSpPr>
        <dsp:cNvPr id="0" name=""/>
        <dsp:cNvSpPr/>
      </dsp:nvSpPr>
      <dsp:spPr>
        <a:xfrm>
          <a:off x="0" y="702043"/>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Ignorance</a:t>
          </a:r>
          <a:endParaRPr lang="en-US" sz="2600" kern="1200" dirty="0"/>
        </a:p>
      </dsp:txBody>
      <dsp:txXfrm>
        <a:off x="0" y="702043"/>
        <a:ext cx="7623334" cy="701444"/>
      </dsp:txXfrm>
    </dsp:sp>
    <dsp:sp modelId="{417C0C25-804E-4B04-B60B-ECA70F1536B1}">
      <dsp:nvSpPr>
        <dsp:cNvPr id="0" name=""/>
        <dsp:cNvSpPr/>
      </dsp:nvSpPr>
      <dsp:spPr>
        <a:xfrm>
          <a:off x="0" y="1403488"/>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927565-A0FF-4C7E-B6EF-96A29ED67E69}">
      <dsp:nvSpPr>
        <dsp:cNvPr id="0" name=""/>
        <dsp:cNvSpPr/>
      </dsp:nvSpPr>
      <dsp:spPr>
        <a:xfrm>
          <a:off x="0" y="1403488"/>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Influence of the passions</a:t>
          </a:r>
          <a:endParaRPr lang="en-US" sz="2600" kern="1200" dirty="0"/>
        </a:p>
      </dsp:txBody>
      <dsp:txXfrm>
        <a:off x="0" y="1403488"/>
        <a:ext cx="7623334" cy="701444"/>
      </dsp:txXfrm>
    </dsp:sp>
    <dsp:sp modelId="{A5207D95-543F-4B42-848A-6006CC0EE78A}">
      <dsp:nvSpPr>
        <dsp:cNvPr id="0" name=""/>
        <dsp:cNvSpPr/>
      </dsp:nvSpPr>
      <dsp:spPr>
        <a:xfrm>
          <a:off x="0" y="2104932"/>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ADFFBF-218D-4C8B-B709-414D97651C15}">
      <dsp:nvSpPr>
        <dsp:cNvPr id="0" name=""/>
        <dsp:cNvSpPr/>
      </dsp:nvSpPr>
      <dsp:spPr>
        <a:xfrm>
          <a:off x="0" y="2104932"/>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Moral habits</a:t>
          </a:r>
          <a:endParaRPr lang="en-US" sz="2600" kern="1200" dirty="0"/>
        </a:p>
      </dsp:txBody>
      <dsp:txXfrm>
        <a:off x="0" y="2104932"/>
        <a:ext cx="7623334" cy="701444"/>
      </dsp:txXfrm>
    </dsp:sp>
    <dsp:sp modelId="{829D6798-AD69-408B-9D98-7FBAD1E5B9B7}">
      <dsp:nvSpPr>
        <dsp:cNvPr id="0" name=""/>
        <dsp:cNvSpPr/>
      </dsp:nvSpPr>
      <dsp:spPr>
        <a:xfrm>
          <a:off x="0" y="2806376"/>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E24DE8-CEFE-4D3C-8C05-FDA24F0B11B6}">
      <dsp:nvSpPr>
        <dsp:cNvPr id="0" name=""/>
        <dsp:cNvSpPr/>
      </dsp:nvSpPr>
      <dsp:spPr>
        <a:xfrm>
          <a:off x="0" y="2806376"/>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Violence</a:t>
          </a:r>
          <a:endParaRPr lang="en-US" sz="2600" kern="1200" dirty="0"/>
        </a:p>
      </dsp:txBody>
      <dsp:txXfrm>
        <a:off x="0" y="2806376"/>
        <a:ext cx="7623334" cy="701444"/>
      </dsp:txXfrm>
    </dsp:sp>
    <dsp:sp modelId="{6AD611BA-4CF0-49D3-A160-CD88C2024A93}">
      <dsp:nvSpPr>
        <dsp:cNvPr id="0" name=""/>
        <dsp:cNvSpPr/>
      </dsp:nvSpPr>
      <dsp:spPr>
        <a:xfrm>
          <a:off x="0" y="3507820"/>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BAACCC-2C75-4DDF-A735-38377F0E20D3}">
      <dsp:nvSpPr>
        <dsp:cNvPr id="0" name=""/>
        <dsp:cNvSpPr/>
      </dsp:nvSpPr>
      <dsp:spPr>
        <a:xfrm>
          <a:off x="0" y="3507820"/>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Fear </a:t>
          </a:r>
          <a:endParaRPr lang="en-US" sz="2600" kern="1200" dirty="0"/>
        </a:p>
      </dsp:txBody>
      <dsp:txXfrm>
        <a:off x="0" y="3507820"/>
        <a:ext cx="7623334" cy="701444"/>
      </dsp:txXfrm>
    </dsp:sp>
    <dsp:sp modelId="{9541E971-E233-4F0E-8D30-0787DD826B74}">
      <dsp:nvSpPr>
        <dsp:cNvPr id="0" name=""/>
        <dsp:cNvSpPr/>
      </dsp:nvSpPr>
      <dsp:spPr>
        <a:xfrm>
          <a:off x="0" y="4209265"/>
          <a:ext cx="7623334"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F1A222-3B45-4548-9A26-CBE1B175EE5D}">
      <dsp:nvSpPr>
        <dsp:cNvPr id="0" name=""/>
        <dsp:cNvSpPr/>
      </dsp:nvSpPr>
      <dsp:spPr>
        <a:xfrm>
          <a:off x="0" y="4209265"/>
          <a:ext cx="7623334" cy="7014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l" defTabSz="1155700">
            <a:lnSpc>
              <a:spcPct val="90000"/>
            </a:lnSpc>
            <a:spcBef>
              <a:spcPct val="0"/>
            </a:spcBef>
            <a:spcAft>
              <a:spcPct val="35000"/>
            </a:spcAft>
          </a:pPr>
          <a:r>
            <a:rPr lang="en-GB" sz="2600" b="0" i="0" kern="1200" dirty="0"/>
            <a:t>Mental illness</a:t>
          </a:r>
          <a:endParaRPr lang="en-US" sz="2600" kern="1200" dirty="0"/>
        </a:p>
      </dsp:txBody>
      <dsp:txXfrm>
        <a:off x="0" y="4209265"/>
        <a:ext cx="7623334" cy="701444"/>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C030BB-8579-4451-911D-7910EC839DB5}" type="datetimeFigureOut">
              <a:rPr lang="en-GB" smtClean="0"/>
              <a:t>12/06/2024</a:t>
            </a:fld>
            <a:endParaRPr lang="en-GB"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FB7BB-7A25-4388-A380-AF5C6F39C27D}" type="slidenum">
              <a:rPr lang="en-GB" smtClean="0"/>
              <a:t>‹#›</a:t>
            </a:fld>
            <a:endParaRPr lang="en-GB" dirty="0"/>
          </a:p>
        </p:txBody>
      </p:sp>
    </p:spTree>
    <p:extLst>
      <p:ext uri="{BB962C8B-B14F-4D97-AF65-F5344CB8AC3E}">
        <p14:creationId xmlns:p14="http://schemas.microsoft.com/office/powerpoint/2010/main" val="838501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6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dirty="0"/>
          </a:p>
        </p:txBody>
      </p:sp>
      <p:sp>
        <p:nvSpPr>
          <p:cNvPr id="4" name="Slide Number Placeholder 3"/>
          <p:cNvSpPr>
            <a:spLocks noGrp="1"/>
          </p:cNvSpPr>
          <p:nvPr>
            <p:ph type="sldNum" sz="quarter" idx="5"/>
          </p:nvPr>
        </p:nvSpPr>
        <p:spPr/>
        <p:txBody>
          <a:bodyPr/>
          <a:lstStyle/>
          <a:p>
            <a:pPr>
              <a:defRPr/>
            </a:pPr>
            <a:fld id="{DEDFD663-0656-499A-99A0-FCE70E0F1303}" type="slidenum">
              <a:rPr lang="en-GB" smtClean="0"/>
              <a:pPr>
                <a:defRPr/>
              </a:pPr>
              <a:t>25</a:t>
            </a:fld>
            <a:endParaRPr lang="en-GB" dirty="0"/>
          </a:p>
        </p:txBody>
      </p:sp>
    </p:spTree>
    <p:extLst>
      <p:ext uri="{BB962C8B-B14F-4D97-AF65-F5344CB8AC3E}">
        <p14:creationId xmlns:p14="http://schemas.microsoft.com/office/powerpoint/2010/main" val="1657124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1268004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2" name="Title 1"/>
          <p:cNvSpPr>
            <a:spLocks noGrp="1"/>
          </p:cNvSpPr>
          <p:nvPr>
            <p:ph type="title" hasCustomPrompt="1"/>
          </p:nvPr>
        </p:nvSpPr>
        <p:spPr>
          <a:xfrm>
            <a:off x="1063466" y="547195"/>
            <a:ext cx="5389604"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sp>
        <p:nvSpPr>
          <p:cNvPr id="3" name="Content Placeholder 2"/>
          <p:cNvSpPr>
            <a:spLocks noGrp="1"/>
          </p:cNvSpPr>
          <p:nvPr>
            <p:ph idx="1"/>
          </p:nvPr>
        </p:nvSpPr>
        <p:spPr>
          <a:xfrm>
            <a:off x="1063466" y="1600200"/>
            <a:ext cx="7623334" cy="4911309"/>
          </a:xfrm>
        </p:spPr>
        <p:txBody>
          <a:bodyPr/>
          <a:lstStyle>
            <a:lvl1pPr>
              <a:defRPr b="0" i="0">
                <a:latin typeface="Frutiger LT Std 45 Light"/>
                <a:cs typeface="Frutiger LT Std 45 Light"/>
              </a:defRPr>
            </a:lvl1pPr>
            <a:lvl2pPr>
              <a:defRPr b="0" i="0">
                <a:latin typeface="Frutiger LT Std 45 Light"/>
                <a:cs typeface="Frutiger LT Std 45 Light"/>
              </a:defRPr>
            </a:lvl2pPr>
            <a:lvl3pPr>
              <a:defRPr b="0" i="0">
                <a:latin typeface="Frutiger LT Std 45 Light"/>
                <a:cs typeface="Frutiger LT Std 45 Light"/>
              </a:defRPr>
            </a:lvl3pPr>
            <a:lvl4pPr>
              <a:defRPr b="0" i="0">
                <a:latin typeface="Frutiger LT Std 45 Light"/>
                <a:cs typeface="Frutiger LT Std 45 Light"/>
              </a:defRPr>
            </a:lvl4pPr>
            <a:lvl5pPr>
              <a:defRPr b="0" i="0">
                <a:latin typeface="Frutiger LT Std 45 Light"/>
                <a:cs typeface="Frutiger LT Std 45 Ligh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Tree>
    <p:extLst>
      <p:ext uri="{BB962C8B-B14F-4D97-AF65-F5344CB8AC3E}">
        <p14:creationId xmlns:p14="http://schemas.microsoft.com/office/powerpoint/2010/main" val="340238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378225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3" name="Content Placeholder 2"/>
          <p:cNvSpPr>
            <a:spLocks noGrp="1"/>
          </p:cNvSpPr>
          <p:nvPr>
            <p:ph sz="half" idx="1"/>
          </p:nvPr>
        </p:nvSpPr>
        <p:spPr>
          <a:xfrm>
            <a:off x="997800" y="1782762"/>
            <a:ext cx="3628373" cy="4525963"/>
          </a:xfrm>
        </p:spPr>
        <p:txBody>
          <a:bodyPr/>
          <a:lstStyle>
            <a:lvl1pPr>
              <a:defRPr sz="2800" b="0" i="0">
                <a:latin typeface="Frutiger LT Std 45 Light"/>
                <a:cs typeface="Frutiger LT Std 45 Light"/>
              </a:defRPr>
            </a:lvl1pPr>
            <a:lvl2pPr>
              <a:defRPr sz="2400" b="0" i="0">
                <a:latin typeface="Frutiger LT Std 45 Light"/>
                <a:cs typeface="Frutiger LT Std 45 Light"/>
              </a:defRPr>
            </a:lvl2pPr>
            <a:lvl3pPr>
              <a:defRPr sz="2000" b="0" i="0">
                <a:latin typeface="Frutiger LT Std 45 Light"/>
                <a:cs typeface="Frutiger LT Std 45 Light"/>
              </a:defRPr>
            </a:lvl3pPr>
            <a:lvl4pPr>
              <a:defRPr sz="1800" b="0" i="0">
                <a:latin typeface="Frutiger LT Std 45 Light"/>
                <a:cs typeface="Frutiger LT Std 45 Light"/>
              </a:defRPr>
            </a:lvl4pPr>
            <a:lvl5pPr>
              <a:defRPr sz="1800" b="0" i="0">
                <a:latin typeface="Frutiger LT Std 45 Light"/>
                <a:cs typeface="Frutiger LT Std 45 Ligh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08380" y="1782762"/>
            <a:ext cx="3627237" cy="4525963"/>
          </a:xfrm>
        </p:spPr>
        <p:txBody>
          <a:bodyPr/>
          <a:lstStyle>
            <a:lvl1pPr>
              <a:defRPr sz="2800" b="0" i="0">
                <a:latin typeface="Frutiger LT Std 45 Light"/>
                <a:cs typeface="Frutiger LT Std 45 Light"/>
              </a:defRPr>
            </a:lvl1pPr>
            <a:lvl2pPr>
              <a:defRPr sz="2400" b="0" i="0">
                <a:latin typeface="Frutiger LT Std 45 Light"/>
                <a:cs typeface="Frutiger LT Std 45 Light"/>
              </a:defRPr>
            </a:lvl2pPr>
            <a:lvl3pPr>
              <a:defRPr sz="2000" b="0" i="0">
                <a:latin typeface="Frutiger LT Std 45 Light"/>
                <a:cs typeface="Frutiger LT Std 45 Light"/>
              </a:defRPr>
            </a:lvl3pPr>
            <a:lvl4pPr>
              <a:defRPr sz="1800" b="0" i="0">
                <a:latin typeface="Frutiger LT Std 45 Light"/>
                <a:cs typeface="Frutiger LT Std 45 Light"/>
              </a:defRPr>
            </a:lvl4pPr>
            <a:lvl5pPr>
              <a:defRPr sz="1800" b="0" i="0">
                <a:latin typeface="Frutiger LT Std 45 Light"/>
                <a:cs typeface="Frutiger LT Std 45 Light"/>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1"/>
          <p:cNvSpPr>
            <a:spLocks noGrp="1"/>
          </p:cNvSpPr>
          <p:nvPr>
            <p:ph type="title" hasCustomPrompt="1"/>
          </p:nvPr>
        </p:nvSpPr>
        <p:spPr>
          <a:xfrm>
            <a:off x="1063466" y="718550"/>
            <a:ext cx="4399249"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pic>
        <p:nvPicPr>
          <p:cNvPr id="10" name="Picture 9"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Tree>
    <p:extLst>
      <p:ext uri="{BB962C8B-B14F-4D97-AF65-F5344CB8AC3E}">
        <p14:creationId xmlns:p14="http://schemas.microsoft.com/office/powerpoint/2010/main" val="95697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1" name="Picture 10" descr="bg-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0499" cy="6858000"/>
          </a:xfrm>
          <a:prstGeom prst="rect">
            <a:avLst/>
          </a:prstGeom>
        </p:spPr>
      </p:pic>
      <p:sp>
        <p:nvSpPr>
          <p:cNvPr id="3" name="Text Placeholder 2"/>
          <p:cNvSpPr>
            <a:spLocks noGrp="1"/>
          </p:cNvSpPr>
          <p:nvPr>
            <p:ph type="body" idx="1"/>
          </p:nvPr>
        </p:nvSpPr>
        <p:spPr>
          <a:xfrm>
            <a:off x="871967" y="1535113"/>
            <a:ext cx="3774363" cy="639762"/>
          </a:xfrm>
        </p:spPr>
        <p:txBody>
          <a:bodyPr anchor="b">
            <a:normAutofit/>
          </a:bodyPr>
          <a:lstStyle>
            <a:lvl1pPr marL="0" indent="0">
              <a:buNone/>
              <a:defRPr sz="2000" b="0" i="0">
                <a:latin typeface="Frutiger LT Std 45 Light"/>
                <a:cs typeface="Frutiger LT Std 45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71967" y="2174875"/>
            <a:ext cx="3774363" cy="3951288"/>
          </a:xfrm>
        </p:spPr>
        <p:txBody>
          <a:bodyPr/>
          <a:lstStyle>
            <a:lvl1pPr>
              <a:defRPr sz="2400" b="0" i="0">
                <a:latin typeface="Frutiger LT Std 45 Light"/>
                <a:cs typeface="Frutiger LT Std 45 Light"/>
              </a:defRPr>
            </a:lvl1pPr>
            <a:lvl2pPr>
              <a:defRPr sz="2000" b="0" i="0">
                <a:latin typeface="Frutiger LT Std 45 Light"/>
                <a:cs typeface="Frutiger LT Std 45 Light"/>
              </a:defRPr>
            </a:lvl2pPr>
            <a:lvl3pPr>
              <a:defRPr sz="1800" b="0" i="0">
                <a:latin typeface="Frutiger LT Std 45 Light"/>
                <a:cs typeface="Frutiger LT Std 45 Light"/>
              </a:defRPr>
            </a:lvl3pPr>
            <a:lvl4pPr>
              <a:defRPr sz="1600" b="0" i="0">
                <a:latin typeface="Frutiger LT Std 45 Light"/>
                <a:cs typeface="Frutiger LT Std 45 Light"/>
              </a:defRPr>
            </a:lvl4pPr>
            <a:lvl5pPr>
              <a:defRPr sz="1600" b="0" i="0">
                <a:latin typeface="Frutiger LT Std 45 Light"/>
                <a:cs typeface="Frutiger LT Std 45 Ligh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857986" y="1535113"/>
            <a:ext cx="3828814" cy="639762"/>
          </a:xfrm>
        </p:spPr>
        <p:txBody>
          <a:bodyPr anchor="b">
            <a:normAutofit/>
          </a:bodyPr>
          <a:lstStyle>
            <a:lvl1pPr marL="0" indent="0">
              <a:buNone/>
              <a:defRPr sz="2000" b="0" i="0">
                <a:latin typeface="Frutiger LT Std 45 Light"/>
                <a:cs typeface="Frutiger LT Std 45 Ligh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857986" y="2174875"/>
            <a:ext cx="3828814" cy="3951288"/>
          </a:xfrm>
        </p:spPr>
        <p:txBody>
          <a:bodyPr/>
          <a:lstStyle>
            <a:lvl1pPr>
              <a:defRPr sz="2400" b="0" i="0">
                <a:latin typeface="Frutiger LT Std 45 Light"/>
                <a:cs typeface="Frutiger LT Std 45 Light"/>
              </a:defRPr>
            </a:lvl1pPr>
            <a:lvl2pPr>
              <a:defRPr sz="2000" b="0" i="0">
                <a:latin typeface="Frutiger LT Std 45 Light"/>
                <a:cs typeface="Frutiger LT Std 45 Light"/>
              </a:defRPr>
            </a:lvl2pPr>
            <a:lvl3pPr>
              <a:defRPr sz="1800" b="0" i="0">
                <a:latin typeface="Frutiger LT Std 45 Light"/>
                <a:cs typeface="Frutiger LT Std 45 Light"/>
              </a:defRPr>
            </a:lvl3pPr>
            <a:lvl4pPr>
              <a:defRPr sz="1600" b="0" i="0">
                <a:latin typeface="Frutiger LT Std 45 Light"/>
                <a:cs typeface="Frutiger LT Std 45 Light"/>
              </a:defRPr>
            </a:lvl4pPr>
            <a:lvl5pPr>
              <a:defRPr sz="1600" b="0" i="0">
                <a:latin typeface="Frutiger LT Std 45 Light"/>
                <a:cs typeface="Frutiger LT Std 45 Light"/>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University Logo-01.png"/>
          <p:cNvPicPr>
            <a:picLocks noChangeAspect="1"/>
          </p:cNvPicPr>
          <p:nvPr userDrawn="1"/>
        </p:nvPicPr>
        <p:blipFill rotWithShape="1">
          <a:blip r:embed="rId3">
            <a:extLst>
              <a:ext uri="{28A0092B-C50C-407E-A947-70E740481C1C}">
                <a14:useLocalDpi xmlns:a14="http://schemas.microsoft.com/office/drawing/2010/main" val="0"/>
              </a:ext>
            </a:extLst>
          </a:blip>
          <a:srcRect l="15321" t="29152" r="15018" b="33275"/>
          <a:stretch/>
        </p:blipFill>
        <p:spPr>
          <a:xfrm>
            <a:off x="6712486" y="274638"/>
            <a:ext cx="2257655" cy="860989"/>
          </a:xfrm>
          <a:prstGeom prst="rect">
            <a:avLst/>
          </a:prstGeom>
        </p:spPr>
      </p:pic>
      <p:sp>
        <p:nvSpPr>
          <p:cNvPr id="12" name="Title 1"/>
          <p:cNvSpPr>
            <a:spLocks noGrp="1"/>
          </p:cNvSpPr>
          <p:nvPr>
            <p:ph type="title" hasCustomPrompt="1"/>
          </p:nvPr>
        </p:nvSpPr>
        <p:spPr>
          <a:xfrm>
            <a:off x="871968" y="577434"/>
            <a:ext cx="4399249" cy="787847"/>
          </a:xfrm>
        </p:spPr>
        <p:txBody>
          <a:bodyPr>
            <a:noAutofit/>
          </a:bodyPr>
          <a:lstStyle>
            <a:lvl1pPr algn="l">
              <a:defRPr sz="3600" b="0" i="0">
                <a:solidFill>
                  <a:srgbClr val="18376A"/>
                </a:solidFill>
                <a:latin typeface="Frutiger LT Std 55 Roman"/>
                <a:cs typeface="Frutiger LT Std 55 Roman"/>
              </a:defRPr>
            </a:lvl1pPr>
          </a:lstStyle>
          <a:p>
            <a:r>
              <a:rPr lang="en-US" dirty="0"/>
              <a:t>Click to edit title</a:t>
            </a:r>
          </a:p>
        </p:txBody>
      </p:sp>
    </p:spTree>
    <p:extLst>
      <p:ext uri="{BB962C8B-B14F-4D97-AF65-F5344CB8AC3E}">
        <p14:creationId xmlns:p14="http://schemas.microsoft.com/office/powerpoint/2010/main" val="271366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0" name="Picture 9" descr="bg-57-57.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501" y="0"/>
            <a:ext cx="9130499" cy="6858000"/>
          </a:xfrm>
          <a:prstGeom prst="rect">
            <a:avLst/>
          </a:prstGeom>
        </p:spPr>
      </p:pic>
      <p:sp>
        <p:nvSpPr>
          <p:cNvPr id="7" name="Title 1"/>
          <p:cNvSpPr txBox="1">
            <a:spLocks/>
          </p:cNvSpPr>
          <p:nvPr userDrawn="1"/>
        </p:nvSpPr>
        <p:spPr>
          <a:xfrm>
            <a:off x="2403948" y="2764736"/>
            <a:ext cx="4399249" cy="787847"/>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rgbClr val="18376A"/>
                </a:solidFill>
                <a:latin typeface="Frutiger LT Std 55 Roman"/>
                <a:ea typeface="+mj-ea"/>
                <a:cs typeface="Frutiger LT Std 55 Roman"/>
              </a:defRPr>
            </a:lvl1pPr>
          </a:lstStyle>
          <a:p>
            <a:pPr algn="ctr"/>
            <a:r>
              <a:rPr lang="en-US" dirty="0">
                <a:solidFill>
                  <a:schemeClr val="bg1"/>
                </a:solidFill>
              </a:rPr>
              <a:t>Click to edit title</a:t>
            </a:r>
          </a:p>
        </p:txBody>
      </p:sp>
      <p:pic>
        <p:nvPicPr>
          <p:cNvPr id="11" name="Picture 10" descr="logo white-58.png"/>
          <p:cNvPicPr>
            <a:picLocks noChangeAspect="1"/>
          </p:cNvPicPr>
          <p:nvPr userDrawn="1"/>
        </p:nvPicPr>
        <p:blipFill rotWithShape="1">
          <a:blip r:embed="rId3">
            <a:extLst>
              <a:ext uri="{28A0092B-C50C-407E-A947-70E740481C1C}">
                <a14:useLocalDpi xmlns:a14="http://schemas.microsoft.com/office/drawing/2010/main" val="0"/>
              </a:ext>
            </a:extLst>
          </a:blip>
          <a:srcRect l="6850" t="13639" b="15603"/>
          <a:stretch/>
        </p:blipFill>
        <p:spPr>
          <a:xfrm>
            <a:off x="6672173" y="224970"/>
            <a:ext cx="2388678" cy="825661"/>
          </a:xfrm>
          <a:prstGeom prst="rect">
            <a:avLst/>
          </a:prstGeom>
        </p:spPr>
      </p:pic>
    </p:spTree>
    <p:extLst>
      <p:ext uri="{BB962C8B-B14F-4D97-AF65-F5344CB8AC3E}">
        <p14:creationId xmlns:p14="http://schemas.microsoft.com/office/powerpoint/2010/main" val="388418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2366513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3493679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3495317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1989571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DC200C-FF32-6547-A111-FE1A990ABEF1}" type="datetimeFigureOut">
              <a:rPr lang="en-US" smtClean="0"/>
              <a:t>6/12/2024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649B1A-91C3-E64F-B506-477AB9378A63}" type="slidenum">
              <a:rPr lang="en-US" smtClean="0"/>
              <a:t>‹#›</a:t>
            </a:fld>
            <a:endParaRPr lang="en-US" dirty="0"/>
          </a:p>
        </p:txBody>
      </p:sp>
    </p:spTree>
    <p:extLst>
      <p:ext uri="{BB962C8B-B14F-4D97-AF65-F5344CB8AC3E}">
        <p14:creationId xmlns:p14="http://schemas.microsoft.com/office/powerpoint/2010/main" val="2836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DC200C-FF32-6547-A111-FE1A990ABEF1}" type="datetimeFigureOut">
              <a:rPr lang="en-US" smtClean="0"/>
              <a:t>6/12/2024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649B1A-91C3-E64F-B506-477AB9378A63}" type="slidenum">
              <a:rPr lang="en-US" smtClean="0"/>
              <a:t>‹#›</a:t>
            </a:fld>
            <a:endParaRPr lang="en-US" dirty="0"/>
          </a:p>
        </p:txBody>
      </p:sp>
    </p:spTree>
    <p:extLst>
      <p:ext uri="{BB962C8B-B14F-4D97-AF65-F5344CB8AC3E}">
        <p14:creationId xmlns:p14="http://schemas.microsoft.com/office/powerpoint/2010/main" val="4047809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7072"/>
          <a:stretch/>
        </p:blipFill>
        <p:spPr>
          <a:xfrm flipH="1">
            <a:off x="2726163" y="0"/>
            <a:ext cx="6428987" cy="6858000"/>
          </a:xfrm>
          <a:prstGeom prst="rect">
            <a:avLst/>
          </a:prstGeom>
        </p:spPr>
      </p:pic>
      <p:pic>
        <p:nvPicPr>
          <p:cNvPr id="11" name="Picture 10" descr="ppt-5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 y="-15562"/>
            <a:ext cx="9130499" cy="6858000"/>
          </a:xfrm>
          <a:prstGeom prst="rect">
            <a:avLst/>
          </a:prstGeom>
        </p:spPr>
      </p:pic>
      <p:sp>
        <p:nvSpPr>
          <p:cNvPr id="12" name="TextBox 11"/>
          <p:cNvSpPr txBox="1"/>
          <p:nvPr/>
        </p:nvSpPr>
        <p:spPr>
          <a:xfrm>
            <a:off x="325649" y="878311"/>
            <a:ext cx="3810113" cy="1938992"/>
          </a:xfrm>
          <a:prstGeom prst="rect">
            <a:avLst/>
          </a:prstGeom>
          <a:noFill/>
        </p:spPr>
        <p:txBody>
          <a:bodyPr wrap="square" rtlCol="0">
            <a:spAutoFit/>
          </a:bodyPr>
          <a:lstStyle/>
          <a:p>
            <a:r>
              <a:rPr lang="en-US" sz="4000" dirty="0">
                <a:solidFill>
                  <a:srgbClr val="C30009"/>
                </a:solidFill>
                <a:latin typeface="Frutiger LT Std 45 Light"/>
                <a:cs typeface="Frutiger LT Std 45 Light"/>
              </a:rPr>
              <a:t>T</a:t>
            </a:r>
            <a:r>
              <a:rPr lang="en-US" sz="4000" dirty="0" smtClean="0">
                <a:solidFill>
                  <a:srgbClr val="C30009"/>
                </a:solidFill>
                <a:latin typeface="Frutiger LT Std 45 Light"/>
                <a:cs typeface="Frutiger LT Std 45 Light"/>
              </a:rPr>
              <a:t>heory </a:t>
            </a:r>
            <a:r>
              <a:rPr lang="en-US" sz="4000" dirty="0">
                <a:solidFill>
                  <a:srgbClr val="C30009"/>
                </a:solidFill>
                <a:latin typeface="Frutiger LT Std 45 Light"/>
                <a:cs typeface="Frutiger LT Std 45 Light"/>
              </a:rPr>
              <a:t>of the Voluntary Act</a:t>
            </a:r>
          </a:p>
          <a:p>
            <a:endParaRPr lang="en-US" sz="4000" dirty="0">
              <a:solidFill>
                <a:srgbClr val="C30009"/>
              </a:solidFill>
              <a:latin typeface="Frutiger LT Std 55 Roman"/>
              <a:cs typeface="Frutiger LT Std 55 Roman"/>
            </a:endParaRPr>
          </a:p>
        </p:txBody>
      </p:sp>
      <p:sp>
        <p:nvSpPr>
          <p:cNvPr id="13" name="TextBox 12"/>
          <p:cNvSpPr txBox="1"/>
          <p:nvPr/>
        </p:nvSpPr>
        <p:spPr>
          <a:xfrm>
            <a:off x="390779" y="3187956"/>
            <a:ext cx="3810113" cy="584775"/>
          </a:xfrm>
          <a:prstGeom prst="rect">
            <a:avLst/>
          </a:prstGeom>
          <a:noFill/>
        </p:spPr>
        <p:txBody>
          <a:bodyPr wrap="square" rtlCol="0">
            <a:spAutoFit/>
          </a:bodyPr>
          <a:lstStyle/>
          <a:p>
            <a:r>
              <a:rPr lang="en-US" sz="3200" dirty="0">
                <a:solidFill>
                  <a:srgbClr val="C30009"/>
                </a:solidFill>
                <a:latin typeface="Frutiger LT Std 45 Light"/>
                <a:cs typeface="Frutiger LT Std 45 Light"/>
              </a:rPr>
              <a:t>Principles of Ethics</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1" y="3720609"/>
            <a:ext cx="3679518" cy="2601685"/>
          </a:xfrm>
          <a:prstGeom prst="rect">
            <a:avLst/>
          </a:prstGeom>
        </p:spPr>
      </p:pic>
    </p:spTree>
    <p:extLst>
      <p:ext uri="{BB962C8B-B14F-4D97-AF65-F5344CB8AC3E}">
        <p14:creationId xmlns:p14="http://schemas.microsoft.com/office/powerpoint/2010/main" val="14491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2820C-9D71-F7FA-1381-738B779EC760}"/>
              </a:ext>
            </a:extLst>
          </p:cNvPr>
          <p:cNvSpPr>
            <a:spLocks noGrp="1"/>
          </p:cNvSpPr>
          <p:nvPr>
            <p:ph type="title"/>
          </p:nvPr>
        </p:nvSpPr>
        <p:spPr>
          <a:xfrm>
            <a:off x="1063466" y="547195"/>
            <a:ext cx="5389604" cy="787847"/>
          </a:xfrm>
        </p:spPr>
        <p:txBody>
          <a:bodyPr/>
          <a:lstStyle/>
          <a:p>
            <a:r>
              <a:rPr lang="en-GB" dirty="0"/>
              <a:t>Learning Outcomes</a:t>
            </a:r>
          </a:p>
        </p:txBody>
      </p:sp>
      <p:sp>
        <p:nvSpPr>
          <p:cNvPr id="3" name="Content Placeholder 2">
            <a:extLst>
              <a:ext uri="{FF2B5EF4-FFF2-40B4-BE49-F238E27FC236}">
                <a16:creationId xmlns:a16="http://schemas.microsoft.com/office/drawing/2014/main" id="{934304AA-05C6-FB7D-05B2-A3A0BA885851}"/>
              </a:ext>
            </a:extLst>
          </p:cNvPr>
          <p:cNvSpPr>
            <a:spLocks noGrp="1"/>
          </p:cNvSpPr>
          <p:nvPr>
            <p:ph idx="1"/>
          </p:nvPr>
        </p:nvSpPr>
        <p:spPr>
          <a:xfrm>
            <a:off x="1063466" y="1600200"/>
            <a:ext cx="7623334" cy="4911309"/>
          </a:xfrm>
        </p:spPr>
        <p:txBody>
          <a:bodyPr>
            <a:normAutofit fontScale="70000" lnSpcReduction="20000"/>
          </a:bodyPr>
          <a:lstStyle/>
          <a:p>
            <a:pPr lvl="0"/>
            <a:r>
              <a:rPr lang="en-GB" dirty="0"/>
              <a:t>Explain the nature and the intentional dimension of the voluntary action</a:t>
            </a:r>
          </a:p>
          <a:p>
            <a:pPr lvl="0"/>
            <a:endParaRPr lang="en-GB" dirty="0"/>
          </a:p>
          <a:p>
            <a:pPr lvl="0"/>
            <a:r>
              <a:rPr lang="en-GB" dirty="0"/>
              <a:t>Discuss and apply the four characteristics of the human action </a:t>
            </a:r>
          </a:p>
          <a:p>
            <a:pPr lvl="0"/>
            <a:endParaRPr lang="en-GB" dirty="0"/>
          </a:p>
          <a:p>
            <a:pPr lvl="0"/>
            <a:r>
              <a:rPr lang="en-GB" dirty="0"/>
              <a:t>Explain the link between the intellect and will in prudent decision-making</a:t>
            </a:r>
          </a:p>
          <a:p>
            <a:pPr lvl="0"/>
            <a:endParaRPr lang="en-GB" dirty="0"/>
          </a:p>
          <a:p>
            <a:r>
              <a:rPr lang="en-US" dirty="0"/>
              <a:t>Differentiate the types of voluntary human actions</a:t>
            </a:r>
            <a:endParaRPr lang="en-GB" dirty="0"/>
          </a:p>
          <a:p>
            <a:pPr marL="0" lvl="0" indent="0">
              <a:buNone/>
            </a:pPr>
            <a:endParaRPr lang="en-GB" dirty="0"/>
          </a:p>
          <a:p>
            <a:r>
              <a:rPr lang="en-US" dirty="0"/>
              <a:t>Describe the circumstances which may influence the level of freedom and responsibility in human actions</a:t>
            </a:r>
            <a:endParaRPr lang="en-GB" dirty="0"/>
          </a:p>
        </p:txBody>
      </p:sp>
    </p:spTree>
    <p:extLst>
      <p:ext uri="{BB962C8B-B14F-4D97-AF65-F5344CB8AC3E}">
        <p14:creationId xmlns:p14="http://schemas.microsoft.com/office/powerpoint/2010/main" val="2172486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t>Characteristics of human actions</a:t>
            </a:r>
          </a:p>
          <a:p>
            <a:endParaRPr lang="en-US" dirty="0"/>
          </a:p>
          <a:p>
            <a:pPr lvl="0"/>
            <a:r>
              <a:rPr lang="en-US" dirty="0"/>
              <a:t>Prudent decision-making in 10 steps</a:t>
            </a:r>
          </a:p>
          <a:p>
            <a:pPr lvl="0"/>
            <a:endParaRPr lang="en-US" dirty="0"/>
          </a:p>
          <a:p>
            <a:pPr lvl="0"/>
            <a:r>
              <a:rPr lang="en-US" dirty="0"/>
              <a:t>Impediments to knowledge and modifications of free will</a:t>
            </a:r>
          </a:p>
          <a:p>
            <a:pPr lvl="0"/>
            <a:endParaRPr lang="en-US" dirty="0"/>
          </a:p>
          <a:p>
            <a:endParaRPr lang="en-US" dirty="0"/>
          </a:p>
        </p:txBody>
      </p:sp>
    </p:spTree>
    <p:extLst>
      <p:ext uri="{BB962C8B-B14F-4D97-AF65-F5344CB8AC3E}">
        <p14:creationId xmlns:p14="http://schemas.microsoft.com/office/powerpoint/2010/main" val="1632511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1370B-14C7-4BFC-2916-1D920786FC04}"/>
              </a:ext>
            </a:extLst>
          </p:cNvPr>
          <p:cNvSpPr>
            <a:spLocks noGrp="1"/>
          </p:cNvSpPr>
          <p:nvPr>
            <p:ph type="title"/>
          </p:nvPr>
        </p:nvSpPr>
        <p:spPr/>
        <p:txBody>
          <a:bodyPr/>
          <a:lstStyle/>
          <a:p>
            <a:r>
              <a:rPr lang="en-GB" dirty="0"/>
              <a:t>Case</a:t>
            </a:r>
          </a:p>
        </p:txBody>
      </p:sp>
      <p:sp>
        <p:nvSpPr>
          <p:cNvPr id="3" name="Content Placeholder 2">
            <a:extLst>
              <a:ext uri="{FF2B5EF4-FFF2-40B4-BE49-F238E27FC236}">
                <a16:creationId xmlns:a16="http://schemas.microsoft.com/office/drawing/2014/main" id="{E5AD960B-68A9-E648-0B37-E42D0418ADEF}"/>
              </a:ext>
            </a:extLst>
          </p:cNvPr>
          <p:cNvSpPr>
            <a:spLocks noGrp="1"/>
          </p:cNvSpPr>
          <p:nvPr>
            <p:ph idx="1"/>
          </p:nvPr>
        </p:nvSpPr>
        <p:spPr/>
        <p:txBody>
          <a:bodyPr/>
          <a:lstStyle/>
          <a:p>
            <a:r>
              <a:rPr lang="en-GB" dirty="0"/>
              <a:t>Stealing company data before leaving</a:t>
            </a:r>
          </a:p>
          <a:p>
            <a:endParaRPr lang="en-GB" dirty="0"/>
          </a:p>
          <a:p>
            <a:r>
              <a:rPr lang="en-GB" dirty="0"/>
              <a:t>Read the case and take note of any ethical issues it contains</a:t>
            </a:r>
          </a:p>
          <a:p>
            <a:endParaRPr lang="en-GB"/>
          </a:p>
          <a:p>
            <a:endParaRPr lang="en-GB" dirty="0"/>
          </a:p>
        </p:txBody>
      </p:sp>
    </p:spTree>
    <p:extLst>
      <p:ext uri="{BB962C8B-B14F-4D97-AF65-F5344CB8AC3E}">
        <p14:creationId xmlns:p14="http://schemas.microsoft.com/office/powerpoint/2010/main" val="3195094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2C5DE02-0578-8774-4767-636BC4F68A90}"/>
              </a:ext>
            </a:extLst>
          </p:cNvPr>
          <p:cNvSpPr>
            <a:spLocks noGrp="1"/>
          </p:cNvSpPr>
          <p:nvPr>
            <p:ph type="title"/>
          </p:nvPr>
        </p:nvSpPr>
        <p:spPr>
          <a:xfrm>
            <a:off x="986118" y="735106"/>
            <a:ext cx="7540322" cy="2928470"/>
          </a:xfrm>
        </p:spPr>
        <p:txBody>
          <a:bodyPr vert="horz" lIns="91440" tIns="45720" rIns="91440" bIns="45720" rtlCol="0" anchor="b">
            <a:normAutofit/>
          </a:bodyPr>
          <a:lstStyle/>
          <a:p>
            <a:pPr defTabSz="914400">
              <a:lnSpc>
                <a:spcPct val="90000"/>
              </a:lnSpc>
            </a:pPr>
            <a:r>
              <a:rPr lang="en-US" sz="4200" kern="1200" dirty="0">
                <a:solidFill>
                  <a:srgbClr val="FFFFFF"/>
                </a:solidFill>
                <a:latin typeface="+mj-lt"/>
                <a:ea typeface="+mj-ea"/>
                <a:cs typeface="+mj-cs"/>
              </a:rPr>
              <a:t>Characteristics of human actions</a:t>
            </a:r>
          </a:p>
        </p:txBody>
      </p:sp>
      <p:sp>
        <p:nvSpPr>
          <p:cNvPr id="3" name="Text Placeholder 2">
            <a:extLst>
              <a:ext uri="{FF2B5EF4-FFF2-40B4-BE49-F238E27FC236}">
                <a16:creationId xmlns:a16="http://schemas.microsoft.com/office/drawing/2014/main" id="{99AC8EF4-F7B9-A6C6-4E08-5D058E961290}"/>
              </a:ext>
            </a:extLst>
          </p:cNvPr>
          <p:cNvSpPr>
            <a:spLocks noGrp="1"/>
          </p:cNvSpPr>
          <p:nvPr>
            <p:ph type="body" idx="1"/>
          </p:nvPr>
        </p:nvSpPr>
        <p:spPr>
          <a:xfrm>
            <a:off x="1013011" y="4870824"/>
            <a:ext cx="7504463" cy="1458258"/>
          </a:xfrm>
        </p:spPr>
        <p:txBody>
          <a:bodyPr vert="horz" lIns="91440" tIns="45720" rIns="91440" bIns="45720" rtlCol="0" anchor="ctr">
            <a:normAutofit/>
          </a:bodyPr>
          <a:lstStyle/>
          <a:p>
            <a:pPr defTabSz="914400">
              <a:lnSpc>
                <a:spcPct val="90000"/>
              </a:lnSpc>
              <a:spcBef>
                <a:spcPts val="1000"/>
              </a:spcBef>
            </a:pPr>
            <a:endParaRPr lang="en-US" sz="2400" kern="1200" dirty="0">
              <a:solidFill>
                <a:schemeClr val="tx1"/>
              </a:solidFill>
              <a:latin typeface="+mn-lt"/>
              <a:ea typeface="+mn-ea"/>
              <a:cs typeface="+mn-cs"/>
            </a:endParaRPr>
          </a:p>
        </p:txBody>
      </p:sp>
    </p:spTree>
    <p:extLst>
      <p:ext uri="{BB962C8B-B14F-4D97-AF65-F5344CB8AC3E}">
        <p14:creationId xmlns:p14="http://schemas.microsoft.com/office/powerpoint/2010/main" val="4261635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voluntary act?</a:t>
            </a:r>
          </a:p>
        </p:txBody>
      </p:sp>
      <p:sp>
        <p:nvSpPr>
          <p:cNvPr id="3" name="Content Placeholder 2"/>
          <p:cNvSpPr>
            <a:spLocks noGrp="1"/>
          </p:cNvSpPr>
          <p:nvPr>
            <p:ph idx="1"/>
          </p:nvPr>
        </p:nvSpPr>
        <p:spPr/>
        <p:txBody>
          <a:bodyPr/>
          <a:lstStyle/>
          <a:p>
            <a:r>
              <a:rPr lang="en-US" dirty="0"/>
              <a:t>“It is a human act which proceeds from an intrinsic principle with formal knowledge of the goal” (Debeljuh)</a:t>
            </a:r>
          </a:p>
          <a:p>
            <a:pPr>
              <a:buNone/>
            </a:pPr>
            <a:endParaRPr lang="en-US" dirty="0"/>
          </a:p>
          <a:p>
            <a:r>
              <a:rPr lang="en-US" dirty="0"/>
              <a:t>What is the intrinsic principle?</a:t>
            </a:r>
          </a:p>
          <a:p>
            <a:pPr>
              <a:buNone/>
            </a:pPr>
            <a:endParaRPr lang="en-US" dirty="0"/>
          </a:p>
          <a:p>
            <a:r>
              <a:rPr lang="en-US" dirty="0"/>
              <a:t>What does formal knowledge of the goal imply?</a:t>
            </a:r>
          </a:p>
        </p:txBody>
      </p:sp>
    </p:spTree>
    <p:extLst>
      <p:ext uri="{BB962C8B-B14F-4D97-AF65-F5344CB8AC3E}">
        <p14:creationId xmlns:p14="http://schemas.microsoft.com/office/powerpoint/2010/main" val="3208278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3"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
                                        <p:tgtEl>
                                          <p:spTgt spid="2"/>
                                        </p:tgtEl>
                                      </p:cBhvr>
                                    </p:animEffect>
                                    <p:anim calcmode="lin" valueType="num">
                                      <p:cBhvr>
                                        <p:cTn id="8" dur="400" fill="hold"/>
                                        <p:tgtEl>
                                          <p:spTgt spid="2"/>
                                        </p:tgtEl>
                                        <p:attrNameLst>
                                          <p:attrName>ppt_x</p:attrName>
                                        </p:attrNameLst>
                                      </p:cBhvr>
                                      <p:tavLst>
                                        <p:tav tm="0">
                                          <p:val>
                                            <p:strVal val="#ppt_x"/>
                                          </p:val>
                                        </p:tav>
                                        <p:tav tm="100000">
                                          <p:val>
                                            <p:strVal val="#ppt_x"/>
                                          </p:val>
                                        </p:tav>
                                      </p:tavLst>
                                    </p:anim>
                                    <p:anim calcmode="lin" valueType="num">
                                      <p:cBhvr>
                                        <p:cTn id="9" dur="400" fill="hold"/>
                                        <p:tgtEl>
                                          <p:spTgt spid="2"/>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7" presetClass="entr" presetSubtype="0" fill="hold"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1000"/>
                                        <p:tgtEl>
                                          <p:spTgt spid="3">
                                            <p:txEl>
                                              <p:pRg st="0" end="0"/>
                                            </p:txEl>
                                          </p:spTgt>
                                        </p:tgtEl>
                                      </p:cBhvr>
                                    </p:animEffect>
                                    <p:anim calcmode="lin" valueType="num">
                                      <p:cBhvr>
                                        <p:cTn id="1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dissolv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7"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3008313" cy="1479550"/>
          </a:xfrm>
        </p:spPr>
        <p:txBody>
          <a:bodyPr>
            <a:noAutofit/>
          </a:bodyPr>
          <a:lstStyle/>
          <a:p>
            <a:r>
              <a:rPr lang="en-US" sz="3200" dirty="0"/>
              <a:t>The voluntary act as an intentional act</a:t>
            </a:r>
          </a:p>
        </p:txBody>
      </p:sp>
      <p:pic>
        <p:nvPicPr>
          <p:cNvPr id="5" name="Text Placeholder 4" descr="goal_setting"/>
          <p:cNvPicPr>
            <a:picLocks noGrp="1" noChangeAspect="1" noChangeArrowheads="1"/>
          </p:cNvPicPr>
          <p:nvPr>
            <p:ph type="body" idx="2"/>
          </p:nvPr>
        </p:nvPicPr>
        <p:blipFill>
          <a:blip r:embed="rId2"/>
          <a:stretch>
            <a:fillRect/>
          </a:stretch>
        </p:blipFill>
        <p:spPr>
          <a:xfrm>
            <a:off x="609600" y="2667000"/>
            <a:ext cx="2886075" cy="3152775"/>
          </a:xfrm>
        </p:spPr>
      </p:pic>
      <p:sp>
        <p:nvSpPr>
          <p:cNvPr id="3" name="Content Placeholder 2"/>
          <p:cNvSpPr>
            <a:spLocks noGrp="1"/>
          </p:cNvSpPr>
          <p:nvPr>
            <p:ph sz="half" idx="1"/>
          </p:nvPr>
        </p:nvSpPr>
        <p:spPr>
          <a:xfrm>
            <a:off x="3581400" y="457200"/>
            <a:ext cx="5111750" cy="5853113"/>
          </a:xfrm>
        </p:spPr>
        <p:txBody>
          <a:bodyPr>
            <a:normAutofit/>
          </a:bodyPr>
          <a:lstStyle/>
          <a:p>
            <a:pPr lvl="0"/>
            <a:r>
              <a:rPr lang="en-US" sz="2800" dirty="0"/>
              <a:t>Intentionality is a characteristic of the acts of the intellect and the will by which </a:t>
            </a:r>
            <a:r>
              <a:rPr lang="en-US" sz="2800" b="1" dirty="0"/>
              <a:t>the act is open to, is directed towards achieving some goal.</a:t>
            </a:r>
          </a:p>
          <a:p>
            <a:pPr>
              <a:buNone/>
            </a:pPr>
            <a:endParaRPr lang="en-US" sz="2800" dirty="0"/>
          </a:p>
          <a:p>
            <a:pPr>
              <a:buNone/>
            </a:pPr>
            <a:endParaRPr lang="en-US" dirty="0"/>
          </a:p>
          <a:p>
            <a:pPr>
              <a:buNone/>
            </a:pPr>
            <a:endParaRPr lang="en-US" dirty="0"/>
          </a:p>
        </p:txBody>
      </p:sp>
      <p:sp>
        <p:nvSpPr>
          <p:cNvPr id="6" name="Rounded Rectangle 5"/>
          <p:cNvSpPr/>
          <p:nvPr/>
        </p:nvSpPr>
        <p:spPr>
          <a:xfrm>
            <a:off x="4114800" y="3124200"/>
            <a:ext cx="14478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Intellect</a:t>
            </a:r>
          </a:p>
        </p:txBody>
      </p:sp>
      <p:sp>
        <p:nvSpPr>
          <p:cNvPr id="7" name="Rounded Rectangle 6"/>
          <p:cNvSpPr/>
          <p:nvPr/>
        </p:nvSpPr>
        <p:spPr>
          <a:xfrm>
            <a:off x="4191000" y="5334000"/>
            <a:ext cx="12192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Will</a:t>
            </a:r>
          </a:p>
        </p:txBody>
      </p:sp>
      <p:sp>
        <p:nvSpPr>
          <p:cNvPr id="8" name="Rounded Rectangle 7"/>
          <p:cNvSpPr/>
          <p:nvPr/>
        </p:nvSpPr>
        <p:spPr>
          <a:xfrm>
            <a:off x="6858000" y="3886200"/>
            <a:ext cx="1828800" cy="1219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GOAL</a:t>
            </a:r>
          </a:p>
        </p:txBody>
      </p:sp>
      <p:sp>
        <p:nvSpPr>
          <p:cNvPr id="9" name="Right Arrow 8"/>
          <p:cNvSpPr/>
          <p:nvPr/>
        </p:nvSpPr>
        <p:spPr>
          <a:xfrm>
            <a:off x="5562600" y="434340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lus 9"/>
          <p:cNvSpPr/>
          <p:nvPr/>
        </p:nvSpPr>
        <p:spPr>
          <a:xfrm>
            <a:off x="4343400" y="4114800"/>
            <a:ext cx="914400" cy="914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5597580" y="5328540"/>
            <a:ext cx="3261342" cy="1477328"/>
          </a:xfrm>
          <a:prstGeom prst="rect">
            <a:avLst/>
          </a:prstGeom>
          <a:noFill/>
        </p:spPr>
        <p:txBody>
          <a:bodyPr wrap="none" rtlCol="0">
            <a:spAutoFit/>
          </a:bodyPr>
          <a:lstStyle/>
          <a:p>
            <a:r>
              <a:rPr lang="en-GB" b="1" dirty="0">
                <a:solidFill>
                  <a:srgbClr val="FF0000"/>
                </a:solidFill>
              </a:rPr>
              <a:t>Brushing my teeth is an </a:t>
            </a:r>
          </a:p>
          <a:p>
            <a:r>
              <a:rPr lang="en-GB" b="1" dirty="0">
                <a:solidFill>
                  <a:srgbClr val="FF0000"/>
                </a:solidFill>
              </a:rPr>
              <a:t>intentional act as I want to</a:t>
            </a:r>
          </a:p>
          <a:p>
            <a:r>
              <a:rPr lang="en-GB" b="1" dirty="0">
                <a:solidFill>
                  <a:srgbClr val="FF0000"/>
                </a:solidFill>
              </a:rPr>
              <a:t>achieve the goal of oral hygiene</a:t>
            </a:r>
          </a:p>
          <a:p>
            <a:r>
              <a:rPr lang="en-GB" b="1" dirty="0">
                <a:solidFill>
                  <a:srgbClr val="FF0000"/>
                </a:solidFill>
              </a:rPr>
              <a:t>because I know it is good for me</a:t>
            </a:r>
          </a:p>
          <a:p>
            <a:r>
              <a:rPr lang="en-GB" b="1" dirty="0">
                <a:solidFill>
                  <a:srgbClr val="FF0000"/>
                </a:solidFill>
              </a:rPr>
              <a:t>and for other people</a:t>
            </a:r>
          </a:p>
        </p:txBody>
      </p:sp>
    </p:spTree>
    <p:extLst>
      <p:ext uri="{BB962C8B-B14F-4D97-AF65-F5344CB8AC3E}">
        <p14:creationId xmlns:p14="http://schemas.microsoft.com/office/powerpoint/2010/main" val="157169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heel(4)">
                                      <p:cBhvr>
                                        <p:cTn id="14" dur="20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4"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to="" calcmode="lin" valueType="num">
                                      <p:cBhvr>
                                        <p:cTn id="19" dur="1" fill="hold"/>
                                        <p:tgtEl>
                                          <p:spTgt spid="7"/>
                                        </p:tgtEl>
                                        <p:attrNameLst>
                                          <p:attrName/>
                                        </p:attrNameLst>
                                      </p:cBhvr>
                                    </p:anim>
                                  </p:childTnLst>
                                </p:cTn>
                              </p:par>
                              <p:par>
                                <p:cTn id="20" presetID="24"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to="" calcmode="lin" valueType="num">
                                      <p:cBhvr>
                                        <p:cTn id="22" dur="1" fill="hold"/>
                                        <p:tgtEl>
                                          <p:spTgt spid="8"/>
                                        </p:tgtEl>
                                        <p:attrNameLst>
                                          <p:attrName/>
                                        </p:attrNameLst>
                                      </p:cBhvr>
                                    </p:anim>
                                  </p:childTnLst>
                                </p:cTn>
                              </p:par>
                              <p:par>
                                <p:cTn id="23" presetID="24"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 to="" calcmode="lin" valueType="num">
                                      <p:cBhvr>
                                        <p:cTn id="25" dur="1" fill="hold"/>
                                        <p:tgtEl>
                                          <p:spTgt spid="9"/>
                                        </p:tgtEl>
                                        <p:attrNameLst>
                                          <p:attrName/>
                                        </p:attrNameLst>
                                      </p:cBhvr>
                                    </p:anim>
                                  </p:childTnLst>
                                </p:cTn>
                              </p:par>
                              <p:par>
                                <p:cTn id="26" presetID="24"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to="" calcmode="lin" valueType="num">
                                      <p:cBhvr>
                                        <p:cTn id="28" dur="1" fill="hold"/>
                                        <p:tgtEl>
                                          <p:spTgt spid="10"/>
                                        </p:tgtEl>
                                        <p:attrNameLst>
                                          <p:attrName/>
                                        </p:attrNameLst>
                                      </p:cBhvr>
                                    </p:anim>
                                  </p:childTnLst>
                                </p:cTn>
                              </p:par>
                            </p:childTnLst>
                          </p:cTn>
                        </p:par>
                      </p:childTnLst>
                    </p:cTn>
                  </p:par>
                  <p:par>
                    <p:cTn id="29" fill="hold">
                      <p:stCondLst>
                        <p:cond delay="indefinite"/>
                      </p:stCondLst>
                      <p:childTnLst>
                        <p:par>
                          <p:cTn id="30" fill="hold">
                            <p:stCondLst>
                              <p:cond delay="0"/>
                            </p:stCondLst>
                            <p:childTnLst>
                              <p:par>
                                <p:cTn id="31" presetID="24" presetClass="entr"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visible"/>
                                      </p:to>
                                    </p:set>
                                    <p:anim to="" calcmode="lin" valueType="num">
                                      <p:cBhvr>
                                        <p:cTn id="33" dur="1" fill="hold"/>
                                        <p:tgtEl>
                                          <p:spTgt spid="7"/>
                                        </p:tgtEl>
                                        <p:attrNameLst>
                                          <p:attrName/>
                                        </p:attrNameLst>
                                      </p:cBhvr>
                                    </p:anim>
                                  </p:childTnLst>
                                </p:cTn>
                              </p:par>
                              <p:par>
                                <p:cTn id="34" presetID="24" presetClass="entr" presetSubtype="0"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to="" calcmode="lin" valueType="num">
                                      <p:cBhvr>
                                        <p:cTn id="36" dur="1" fill="hold"/>
                                        <p:tgtEl>
                                          <p:spTgt spid="8"/>
                                        </p:tgtEl>
                                        <p:attrNameLst>
                                          <p:attrName/>
                                        </p:attrNameLst>
                                      </p:cBhvr>
                                    </p:anim>
                                  </p:childTnLst>
                                </p:cTn>
                              </p:par>
                              <p:par>
                                <p:cTn id="37" presetID="24" presetClass="entr"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visible"/>
                                      </p:to>
                                    </p:set>
                                    <p:anim to="" calcmode="lin" valueType="num">
                                      <p:cBhvr>
                                        <p:cTn id="39" dur="1" fill="hold"/>
                                        <p:tgtEl>
                                          <p:spTgt spid="9"/>
                                        </p:tgtEl>
                                        <p:attrNameLst>
                                          <p:attrName/>
                                        </p:attrNameLst>
                                      </p:cBhvr>
                                    </p:anim>
                                  </p:childTnLst>
                                </p:cTn>
                              </p:par>
                              <p:par>
                                <p:cTn id="40" presetID="24" presetClass="entr" presetSubtype="0" fill="hold" grpId="1" nodeType="withEffect">
                                  <p:stCondLst>
                                    <p:cond delay="0"/>
                                  </p:stCondLst>
                                  <p:childTnLst>
                                    <p:set>
                                      <p:cBhvr>
                                        <p:cTn id="41" dur="1" fill="hold">
                                          <p:stCondLst>
                                            <p:cond delay="0"/>
                                          </p:stCondLst>
                                        </p:cTn>
                                        <p:tgtEl>
                                          <p:spTgt spid="10"/>
                                        </p:tgtEl>
                                        <p:attrNameLst>
                                          <p:attrName>style.visibility</p:attrName>
                                        </p:attrNameLst>
                                      </p:cBhvr>
                                      <p:to>
                                        <p:strVal val="visible"/>
                                      </p:to>
                                    </p:set>
                                    <p:anim to="" calcmode="lin" valueType="num">
                                      <p:cBhvr>
                                        <p:cTn id="42" dur="1" fill="hold"/>
                                        <p:tgtEl>
                                          <p:spTgt spid="10"/>
                                        </p:tgtEl>
                                        <p:attrNameLst>
                                          <p:attrName/>
                                        </p:attrNameLst>
                                      </p:cBhvr>
                                    </p:anim>
                                  </p:childTnLst>
                                </p:cTn>
                              </p:par>
                              <p:par>
                                <p:cTn id="43" presetID="24"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 to="" calcmode="lin" valueType="num">
                                      <p:cBhvr>
                                        <p:cTn id="45" dur="1" fill="hold"/>
                                        <p:tgtEl>
                                          <p:spTgt spid="6"/>
                                        </p:tgtEl>
                                        <p:attrNameLst>
                                          <p:attrName/>
                                        </p:attrNameLst>
                                      </p:cBhvr>
                                    </p:anim>
                                  </p:childTnLst>
                                </p:cTn>
                              </p:par>
                            </p:childTnLst>
                          </p:cTn>
                        </p:par>
                      </p:childTnLst>
                    </p:cTn>
                  </p:par>
                  <p:par>
                    <p:cTn id="46" fill="hold">
                      <p:stCondLst>
                        <p:cond delay="indefinite"/>
                      </p:stCondLst>
                      <p:childTnLst>
                        <p:par>
                          <p:cTn id="47" fill="hold">
                            <p:stCondLst>
                              <p:cond delay="0"/>
                            </p:stCondLst>
                            <p:childTnLst>
                              <p:par>
                                <p:cTn id="48" presetID="49" presetClass="entr" presetSubtype="0" decel="100000"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 calcmode="lin" valueType="num">
                                      <p:cBhvr>
                                        <p:cTn id="50" dur="500" fill="hold"/>
                                        <p:tgtEl>
                                          <p:spTgt spid="5"/>
                                        </p:tgtEl>
                                        <p:attrNameLst>
                                          <p:attrName>ppt_w</p:attrName>
                                        </p:attrNameLst>
                                      </p:cBhvr>
                                      <p:tavLst>
                                        <p:tav tm="0">
                                          <p:val>
                                            <p:fltVal val="0"/>
                                          </p:val>
                                        </p:tav>
                                        <p:tav tm="100000">
                                          <p:val>
                                            <p:strVal val="#ppt_w"/>
                                          </p:val>
                                        </p:tav>
                                      </p:tavLst>
                                    </p:anim>
                                    <p:anim calcmode="lin" valueType="num">
                                      <p:cBhvr>
                                        <p:cTn id="51" dur="500" fill="hold"/>
                                        <p:tgtEl>
                                          <p:spTgt spid="5"/>
                                        </p:tgtEl>
                                        <p:attrNameLst>
                                          <p:attrName>ppt_h</p:attrName>
                                        </p:attrNameLst>
                                      </p:cBhvr>
                                      <p:tavLst>
                                        <p:tav tm="0">
                                          <p:val>
                                            <p:fltVal val="0"/>
                                          </p:val>
                                        </p:tav>
                                        <p:tav tm="100000">
                                          <p:val>
                                            <p:strVal val="#ppt_h"/>
                                          </p:val>
                                        </p:tav>
                                      </p:tavLst>
                                    </p:anim>
                                    <p:anim calcmode="lin" valueType="num">
                                      <p:cBhvr>
                                        <p:cTn id="52" dur="500" fill="hold"/>
                                        <p:tgtEl>
                                          <p:spTgt spid="5"/>
                                        </p:tgtEl>
                                        <p:attrNameLst>
                                          <p:attrName>style.rotation</p:attrName>
                                        </p:attrNameLst>
                                      </p:cBhvr>
                                      <p:tavLst>
                                        <p:tav tm="0">
                                          <p:val>
                                            <p:fltVal val="360"/>
                                          </p:val>
                                        </p:tav>
                                        <p:tav tm="100000">
                                          <p:val>
                                            <p:fltVal val="0"/>
                                          </p:val>
                                        </p:tav>
                                      </p:tavLst>
                                    </p:anim>
                                    <p:animEffect transition="in" filter="fade">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animBg="1"/>
      <p:bldP spid="7" grpId="1" animBg="1"/>
      <p:bldP spid="8" grpId="0" animBg="1"/>
      <p:bldP spid="8" grpId="1" animBg="1"/>
      <p:bldP spid="9" grpId="0" animBg="1"/>
      <p:bldP spid="9" grpId="1" animBg="1"/>
      <p:bldP spid="10" grpId="0" animBg="1"/>
      <p:bldP spid="10"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037" y="304800"/>
            <a:ext cx="6186196" cy="1143000"/>
          </a:xfrm>
        </p:spPr>
        <p:txBody>
          <a:bodyPr>
            <a:normAutofit fontScale="90000"/>
          </a:bodyPr>
          <a:lstStyle/>
          <a:p>
            <a:r>
              <a:rPr lang="en-US" dirty="0"/>
              <a:t>Characteristics of the </a:t>
            </a:r>
            <a:br>
              <a:rPr lang="en-US" dirty="0"/>
            </a:br>
            <a:r>
              <a:rPr lang="en-US" dirty="0"/>
              <a:t>voluntary act</a:t>
            </a:r>
          </a:p>
        </p:txBody>
      </p:sp>
      <p:graphicFrame>
        <p:nvGraphicFramePr>
          <p:cNvPr id="4" name="Content Placeholder 3"/>
          <p:cNvGraphicFramePr>
            <a:graphicFrameLocks noGrp="1"/>
          </p:cNvGraphicFramePr>
          <p:nvPr>
            <p:ph idx="1"/>
          </p:nvPr>
        </p:nvGraphicFramePr>
        <p:xfrm>
          <a:off x="457200" y="1600200"/>
          <a:ext cx="8229600" cy="4602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p:cNvSpPr txBox="1"/>
          <p:nvPr/>
        </p:nvSpPr>
        <p:spPr>
          <a:xfrm>
            <a:off x="6223379" y="5439054"/>
            <a:ext cx="2656368" cy="369332"/>
          </a:xfrm>
          <a:prstGeom prst="rect">
            <a:avLst/>
          </a:prstGeom>
          <a:noFill/>
        </p:spPr>
        <p:txBody>
          <a:bodyPr wrap="none" rtlCol="0">
            <a:spAutoFit/>
          </a:bodyPr>
          <a:lstStyle/>
          <a:p>
            <a:r>
              <a:rPr lang="en-GB" b="1" dirty="0">
                <a:solidFill>
                  <a:srgbClr val="FF0000"/>
                </a:solidFill>
              </a:rPr>
              <a:t>Example: eating breakfast</a:t>
            </a:r>
          </a:p>
        </p:txBody>
      </p:sp>
    </p:spTree>
    <p:extLst>
      <p:ext uri="{BB962C8B-B14F-4D97-AF65-F5344CB8AC3E}">
        <p14:creationId xmlns:p14="http://schemas.microsoft.com/office/powerpoint/2010/main" val="315676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to="" calcmode="lin" valueType="num">
                                      <p:cBhvr>
                                        <p:cTn id="13" dur="1" fill="hold"/>
                                        <p:tgtEl>
                                          <p:spTgt spid="4"/>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a:t>
            </a:r>
          </a:p>
        </p:txBody>
      </p:sp>
      <p:sp>
        <p:nvSpPr>
          <p:cNvPr id="3" name="Content Placeholder 2"/>
          <p:cNvSpPr>
            <a:spLocks noGrp="1"/>
          </p:cNvSpPr>
          <p:nvPr>
            <p:ph idx="1"/>
          </p:nvPr>
        </p:nvSpPr>
        <p:spPr/>
        <p:txBody>
          <a:bodyPr>
            <a:normAutofit fontScale="85000" lnSpcReduction="20000"/>
          </a:bodyPr>
          <a:lstStyle/>
          <a:p>
            <a:r>
              <a:rPr lang="en-US" u="sng" dirty="0"/>
              <a:t>Conscious</a:t>
            </a:r>
            <a:r>
              <a:rPr lang="en-US" dirty="0"/>
              <a:t>: the person knows the goal, establishes the connection between the act and the goal he wants to achieve</a:t>
            </a:r>
          </a:p>
          <a:p>
            <a:pPr lvl="1"/>
            <a:r>
              <a:rPr lang="en-US" dirty="0">
                <a:solidFill>
                  <a:srgbClr val="FF0000"/>
                </a:solidFill>
              </a:rPr>
              <a:t>Eating breakfast is “conscious”: my goal is to satisfy hunger and get nourishment; I know that by eating breakfast I will achieve the goal</a:t>
            </a:r>
          </a:p>
          <a:p>
            <a:pPr marL="0" indent="0">
              <a:buNone/>
            </a:pPr>
            <a:endParaRPr lang="en-US" dirty="0"/>
          </a:p>
          <a:p>
            <a:r>
              <a:rPr lang="en-US" u="sng" dirty="0"/>
              <a:t>Active</a:t>
            </a:r>
            <a:r>
              <a:rPr lang="en-US" dirty="0"/>
              <a:t>: the person and the goal to be attained enter into relationship with one another through the initiative of the person</a:t>
            </a:r>
          </a:p>
          <a:p>
            <a:pPr lvl="1"/>
            <a:r>
              <a:rPr lang="en-US" dirty="0">
                <a:solidFill>
                  <a:srgbClr val="FF0000"/>
                </a:solidFill>
              </a:rPr>
              <a:t>Eating breakfast is “active”: I – the person – act by eating breakfast in order to achieve my goal of satisfying hunger and nourishing myself </a:t>
            </a:r>
          </a:p>
          <a:p>
            <a:pPr marL="0" indent="0">
              <a:buNone/>
            </a:pPr>
            <a:endParaRPr lang="en-US" dirty="0"/>
          </a:p>
          <a:p>
            <a:pPr lvl="1"/>
            <a:endParaRPr lang="en-US" dirty="0"/>
          </a:p>
        </p:txBody>
      </p:sp>
    </p:spTree>
    <p:extLst>
      <p:ext uri="{BB962C8B-B14F-4D97-AF65-F5344CB8AC3E}">
        <p14:creationId xmlns:p14="http://schemas.microsoft.com/office/powerpoint/2010/main" val="3338469251"/>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Explanation</a:t>
            </a:r>
          </a:p>
        </p:txBody>
      </p:sp>
      <p:sp>
        <p:nvSpPr>
          <p:cNvPr id="3" name="Content Placeholder 2"/>
          <p:cNvSpPr>
            <a:spLocks noGrp="1"/>
          </p:cNvSpPr>
          <p:nvPr>
            <p:ph idx="1"/>
          </p:nvPr>
        </p:nvSpPr>
        <p:spPr>
          <a:xfrm>
            <a:off x="1063466" y="1446246"/>
            <a:ext cx="7623334" cy="5065264"/>
          </a:xfrm>
        </p:spPr>
        <p:txBody>
          <a:bodyPr>
            <a:normAutofit fontScale="85000" lnSpcReduction="20000"/>
          </a:bodyPr>
          <a:lstStyle/>
          <a:p>
            <a:r>
              <a:rPr lang="en-US" u="sng" dirty="0"/>
              <a:t>Guided by reason</a:t>
            </a:r>
            <a:r>
              <a:rPr lang="en-US" dirty="0"/>
              <a:t>: the intellect knows the reason which moves the person to want to do the good act in order to achieve the goal</a:t>
            </a:r>
          </a:p>
          <a:p>
            <a:pPr lvl="1"/>
            <a:r>
              <a:rPr lang="en-US" dirty="0">
                <a:solidFill>
                  <a:srgbClr val="FF0000"/>
                </a:solidFill>
              </a:rPr>
              <a:t>Eating breakfast is “guided by reason”: I know that it is good for me to eat breakfast so that I satisfy my hunger and I have the nutrients I need for the day</a:t>
            </a:r>
          </a:p>
          <a:p>
            <a:pPr lvl="1"/>
            <a:endParaRPr lang="en-US" dirty="0"/>
          </a:p>
          <a:p>
            <a:r>
              <a:rPr lang="en-US" u="sng" dirty="0"/>
              <a:t>Self-referential</a:t>
            </a:r>
            <a:r>
              <a:rPr lang="en-US" dirty="0"/>
              <a:t>: the voluntary act has the person as its goal because it has an impact on the person who carries it out </a:t>
            </a:r>
          </a:p>
          <a:p>
            <a:pPr lvl="1"/>
            <a:r>
              <a:rPr lang="en-US" dirty="0">
                <a:solidFill>
                  <a:srgbClr val="FF0000"/>
                </a:solidFill>
              </a:rPr>
              <a:t>Eating breakfast in “self-referential”: when I freely eat breakfast, I satisfy my own hunger and I obtain the nutrients I need for myself</a:t>
            </a:r>
          </a:p>
          <a:p>
            <a:pPr marL="457200" lvl="1" indent="0">
              <a:buNone/>
            </a:pPr>
            <a:endParaRPr lang="en-US" dirty="0"/>
          </a:p>
        </p:txBody>
      </p:sp>
    </p:spTree>
    <p:extLst>
      <p:ext uri="{BB962C8B-B14F-4D97-AF65-F5344CB8AC3E}">
        <p14:creationId xmlns:p14="http://schemas.microsoft.com/office/powerpoint/2010/main" val="1012504815"/>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Individually or in pairs</a:t>
            </a:r>
          </a:p>
        </p:txBody>
      </p:sp>
      <p:sp>
        <p:nvSpPr>
          <p:cNvPr id="3" name="Content Placeholder 2"/>
          <p:cNvSpPr>
            <a:spLocks noGrp="1"/>
          </p:cNvSpPr>
          <p:nvPr>
            <p:ph idx="1"/>
          </p:nvPr>
        </p:nvSpPr>
        <p:spPr/>
        <p:txBody>
          <a:bodyPr>
            <a:normAutofit fontScale="92500" lnSpcReduction="20000"/>
          </a:bodyPr>
          <a:lstStyle/>
          <a:p>
            <a:r>
              <a:rPr lang="en-US" dirty="0"/>
              <a:t>Identify a voluntary act that you carried out recently</a:t>
            </a:r>
          </a:p>
          <a:p>
            <a:endParaRPr lang="en-US" dirty="0"/>
          </a:p>
          <a:p>
            <a:r>
              <a:rPr lang="en-US" dirty="0"/>
              <a:t>Briefly describe the action in writing</a:t>
            </a:r>
          </a:p>
          <a:p>
            <a:endParaRPr lang="en-US" dirty="0"/>
          </a:p>
          <a:p>
            <a:pPr marL="514350" indent="-457200"/>
            <a:r>
              <a:rPr lang="en-US" dirty="0"/>
              <a:t>Analyse the action and explain how it was</a:t>
            </a:r>
          </a:p>
          <a:p>
            <a:pPr marL="914400" lvl="1" indent="-457200"/>
            <a:r>
              <a:rPr lang="en-US" dirty="0">
                <a:solidFill>
                  <a:schemeClr val="tx1"/>
                </a:solidFill>
              </a:rPr>
              <a:t>Conscious</a:t>
            </a:r>
            <a:endParaRPr lang="en-US" dirty="0"/>
          </a:p>
          <a:p>
            <a:pPr marL="914400" lvl="1" indent="-457200"/>
            <a:r>
              <a:rPr lang="en-US" dirty="0"/>
              <a:t>Active</a:t>
            </a:r>
          </a:p>
          <a:p>
            <a:pPr marL="914400" lvl="1" indent="-457200"/>
            <a:r>
              <a:rPr lang="en-US" dirty="0">
                <a:solidFill>
                  <a:schemeClr val="tx1"/>
                </a:solidFill>
              </a:rPr>
              <a:t>Guided by reason</a:t>
            </a:r>
          </a:p>
          <a:p>
            <a:pPr marL="914400" lvl="1" indent="-457200"/>
            <a:r>
              <a:rPr lang="en-US" dirty="0"/>
              <a:t>Self-referential</a:t>
            </a:r>
            <a:endParaRPr lang="en-US" dirty="0">
              <a:solidFill>
                <a:schemeClr val="tx1"/>
              </a:solidFill>
            </a:endParaRPr>
          </a:p>
          <a:p>
            <a:endParaRPr lang="en-GB" dirty="0"/>
          </a:p>
        </p:txBody>
      </p:sp>
    </p:spTree>
    <p:extLst>
      <p:ext uri="{BB962C8B-B14F-4D97-AF65-F5344CB8AC3E}">
        <p14:creationId xmlns:p14="http://schemas.microsoft.com/office/powerpoint/2010/main" val="2103924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3466" y="547195"/>
            <a:ext cx="5389604" cy="787847"/>
          </a:xfrm>
        </p:spPr>
        <p:txBody>
          <a:bodyPr anchor="ctr">
            <a:normAutofit/>
          </a:bodyPr>
          <a:lstStyle/>
          <a:p>
            <a:r>
              <a:rPr lang="en-GB" dirty="0"/>
              <a:t>Types of Voluntary Acts</a:t>
            </a:r>
          </a:p>
        </p:txBody>
      </p:sp>
      <p:graphicFrame>
        <p:nvGraphicFramePr>
          <p:cNvPr id="5" name="Content Placeholder 2">
            <a:extLst>
              <a:ext uri="{FF2B5EF4-FFF2-40B4-BE49-F238E27FC236}">
                <a16:creationId xmlns:a16="http://schemas.microsoft.com/office/drawing/2014/main" id="{A722F077-234A-A6FB-3BA4-BCC94D7F61A7}"/>
              </a:ext>
            </a:extLst>
          </p:cNvPr>
          <p:cNvGraphicFramePr>
            <a:graphicFrameLocks noGrp="1"/>
          </p:cNvGraphicFramePr>
          <p:nvPr>
            <p:ph idx="1"/>
          </p:nvPr>
        </p:nvGraphicFramePr>
        <p:xfrm>
          <a:off x="1063466" y="1600200"/>
          <a:ext cx="7623334" cy="4911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941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Voluntary Acts</a:t>
            </a:r>
          </a:p>
        </p:txBody>
      </p:sp>
      <p:sp>
        <p:nvSpPr>
          <p:cNvPr id="3" name="Content Placeholder 2"/>
          <p:cNvSpPr>
            <a:spLocks noGrp="1"/>
          </p:cNvSpPr>
          <p:nvPr>
            <p:ph idx="1"/>
          </p:nvPr>
        </p:nvSpPr>
        <p:spPr/>
        <p:txBody>
          <a:bodyPr>
            <a:normAutofit fontScale="47500" lnSpcReduction="20000"/>
          </a:bodyPr>
          <a:lstStyle/>
          <a:p>
            <a:pPr marL="0" indent="0">
              <a:buNone/>
            </a:pPr>
            <a:r>
              <a:rPr lang="en-GB" sz="4200" dirty="0"/>
              <a:t>1. Perfectly voluntary: </a:t>
            </a:r>
          </a:p>
          <a:p>
            <a:pPr lvl="1"/>
            <a:r>
              <a:rPr lang="en-GB" sz="4200" dirty="0"/>
              <a:t>Full knowledge and consent</a:t>
            </a:r>
          </a:p>
          <a:p>
            <a:pPr lvl="1"/>
            <a:r>
              <a:rPr lang="en-GB" sz="4200" dirty="0">
                <a:solidFill>
                  <a:srgbClr val="FF0000"/>
                </a:solidFill>
              </a:rPr>
              <a:t>To come to class [full knowledge and full consent]</a:t>
            </a:r>
          </a:p>
          <a:p>
            <a:pPr lvl="1"/>
            <a:endParaRPr lang="en-GB" sz="4200" dirty="0"/>
          </a:p>
          <a:p>
            <a:pPr marL="0" indent="0">
              <a:buNone/>
            </a:pPr>
            <a:r>
              <a:rPr lang="en-GB" sz="4200" dirty="0"/>
              <a:t>2. Imperfectly voluntary: </a:t>
            </a:r>
          </a:p>
          <a:p>
            <a:pPr lvl="1"/>
            <a:r>
              <a:rPr lang="en-GB" sz="4200" dirty="0"/>
              <a:t>Imperfect/partial knowledge and/or imperfect/partial consent</a:t>
            </a:r>
          </a:p>
          <a:p>
            <a:pPr lvl="1"/>
            <a:r>
              <a:rPr lang="en-GB" sz="4200" dirty="0">
                <a:solidFill>
                  <a:srgbClr val="FF0000"/>
                </a:solidFill>
              </a:rPr>
              <a:t>To ship faulty servers [full knowledge + partial consent]</a:t>
            </a:r>
          </a:p>
          <a:p>
            <a:pPr lvl="1"/>
            <a:r>
              <a:rPr lang="en-GB" sz="4200" dirty="0">
                <a:solidFill>
                  <a:srgbClr val="FF0000"/>
                </a:solidFill>
              </a:rPr>
              <a:t>To unknowingly ship faulty servers [partial knowledge + full consent]</a:t>
            </a:r>
          </a:p>
          <a:p>
            <a:pPr lvl="1"/>
            <a:endParaRPr lang="en-GB" sz="4200" dirty="0"/>
          </a:p>
          <a:p>
            <a:pPr marL="0" indent="0">
              <a:buNone/>
            </a:pPr>
            <a:r>
              <a:rPr lang="en-GB" sz="4200" dirty="0"/>
              <a:t>3. Involuntary: </a:t>
            </a:r>
          </a:p>
          <a:p>
            <a:pPr lvl="1"/>
            <a:r>
              <a:rPr lang="en-GB" sz="4200" dirty="0"/>
              <a:t>No knowledge and no consent</a:t>
            </a:r>
          </a:p>
          <a:p>
            <a:pPr lvl="1"/>
            <a:r>
              <a:rPr lang="en-GB" sz="4200" dirty="0">
                <a:solidFill>
                  <a:srgbClr val="FF0000"/>
                </a:solidFill>
              </a:rPr>
              <a:t>To knock into a person passing by as you leave a room [no knowledge they were passing by and no will to knock into them]</a:t>
            </a:r>
          </a:p>
          <a:p>
            <a:pPr lvl="1"/>
            <a:endParaRPr lang="en-GB" dirty="0">
              <a:solidFill>
                <a:srgbClr val="FF0000"/>
              </a:solidFill>
            </a:endParaRPr>
          </a:p>
          <a:p>
            <a:pPr lvl="1"/>
            <a:endParaRPr lang="en-GB" dirty="0"/>
          </a:p>
        </p:txBody>
      </p:sp>
    </p:spTree>
    <p:extLst>
      <p:ext uri="{BB962C8B-B14F-4D97-AF65-F5344CB8AC3E}">
        <p14:creationId xmlns:p14="http://schemas.microsoft.com/office/powerpoint/2010/main" val="2500053251"/>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Types of Voluntary Acts</a:t>
            </a:r>
          </a:p>
        </p:txBody>
      </p:sp>
      <p:sp>
        <p:nvSpPr>
          <p:cNvPr id="3" name="Content Placeholder 2"/>
          <p:cNvSpPr>
            <a:spLocks noGrp="1"/>
          </p:cNvSpPr>
          <p:nvPr>
            <p:ph idx="1"/>
          </p:nvPr>
        </p:nvSpPr>
        <p:spPr/>
        <p:txBody>
          <a:bodyPr>
            <a:normAutofit fontScale="70000" lnSpcReduction="20000"/>
          </a:bodyPr>
          <a:lstStyle/>
          <a:p>
            <a:pPr marL="57150" indent="0">
              <a:buNone/>
            </a:pPr>
            <a:r>
              <a:rPr lang="en-GB" dirty="0"/>
              <a:t>4. Mixed acts/double effect/indirectly voluntary: </a:t>
            </a:r>
          </a:p>
          <a:p>
            <a:pPr marL="914400" lvl="1" indent="-457200"/>
            <a:r>
              <a:rPr lang="en-GB" dirty="0"/>
              <a:t>An act that you know will have two effects, a good effect that is known + wanted AND a bad effect that is known but not wanted</a:t>
            </a:r>
          </a:p>
          <a:p>
            <a:pPr marL="914400" lvl="1" indent="-457200"/>
            <a:r>
              <a:rPr lang="en-GB" dirty="0">
                <a:solidFill>
                  <a:srgbClr val="FF0000"/>
                </a:solidFill>
              </a:rPr>
              <a:t>Buy a more expensive toiletry than usual: the desired good effect may be the enjoyment of the item; the unwanted bad effect is having less cash to cover expenses for the rest of the month</a:t>
            </a:r>
          </a:p>
          <a:p>
            <a:pPr marL="457200" lvl="1" indent="0">
              <a:buNone/>
            </a:pPr>
            <a:endParaRPr lang="en-GB" dirty="0"/>
          </a:p>
          <a:p>
            <a:pPr marL="57150" indent="0">
              <a:buNone/>
            </a:pPr>
            <a:r>
              <a:rPr lang="en-GB" dirty="0"/>
              <a:t>5. Omission [voluntary inactivity – not doing something you ought to do]: </a:t>
            </a:r>
          </a:p>
          <a:p>
            <a:pPr marL="914400" lvl="1" indent="-457200"/>
            <a:r>
              <a:rPr lang="en-GB" dirty="0"/>
              <a:t>Knowingly + willingly choose not to act OR abstain from any decision/action</a:t>
            </a:r>
          </a:p>
          <a:p>
            <a:pPr marL="914400" lvl="1" indent="-457200"/>
            <a:r>
              <a:rPr lang="en-GB" dirty="0">
                <a:solidFill>
                  <a:srgbClr val="FF0000"/>
                </a:solidFill>
              </a:rPr>
              <a:t>Omit to inform your colleague that the Internet is not working as she sets up her laptop for an online </a:t>
            </a:r>
            <a:r>
              <a:rPr lang="en-GB" dirty="0" err="1">
                <a:solidFill>
                  <a:srgbClr val="FF0000"/>
                </a:solidFill>
              </a:rPr>
              <a:t>meetig</a:t>
            </a:r>
            <a:endParaRPr lang="en-GB" dirty="0">
              <a:solidFill>
                <a:srgbClr val="FF0000"/>
              </a:solidFill>
            </a:endParaRPr>
          </a:p>
          <a:p>
            <a:pPr marL="1314450" lvl="2" indent="-457200"/>
            <a:r>
              <a:rPr lang="en-GB" dirty="0">
                <a:solidFill>
                  <a:srgbClr val="FF0000"/>
                </a:solidFill>
              </a:rPr>
              <a:t>You know it’s not working + you choose not to tell her</a:t>
            </a:r>
          </a:p>
          <a:p>
            <a:pPr marL="1314450" lvl="2" indent="-457200"/>
            <a:r>
              <a:rPr lang="en-GB" dirty="0">
                <a:solidFill>
                  <a:srgbClr val="FF0000"/>
                </a:solidFill>
              </a:rPr>
              <a:t>You abstain from deciding what to do in the situation</a:t>
            </a:r>
          </a:p>
          <a:p>
            <a:pPr marL="914400" lvl="1" indent="-457200"/>
            <a:endParaRPr lang="en-GB" dirty="0">
              <a:solidFill>
                <a:srgbClr val="FF0000"/>
              </a:solidFill>
            </a:endParaRPr>
          </a:p>
          <a:p>
            <a:pPr lvl="1"/>
            <a:endParaRPr lang="en-GB" dirty="0"/>
          </a:p>
          <a:p>
            <a:pPr lvl="1"/>
            <a:endParaRPr lang="en-GB" dirty="0"/>
          </a:p>
        </p:txBody>
      </p:sp>
    </p:spTree>
    <p:extLst>
      <p:ext uri="{BB962C8B-B14F-4D97-AF65-F5344CB8AC3E}">
        <p14:creationId xmlns:p14="http://schemas.microsoft.com/office/powerpoint/2010/main" val="1635324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a:t>
            </a:r>
          </a:p>
        </p:txBody>
      </p:sp>
      <p:sp>
        <p:nvSpPr>
          <p:cNvPr id="3" name="Content Placeholder 2"/>
          <p:cNvSpPr>
            <a:spLocks noGrp="1"/>
          </p:cNvSpPr>
          <p:nvPr>
            <p:ph idx="1"/>
          </p:nvPr>
        </p:nvSpPr>
        <p:spPr/>
        <p:txBody>
          <a:bodyPr>
            <a:normAutofit fontScale="92500" lnSpcReduction="10000"/>
          </a:bodyPr>
          <a:lstStyle/>
          <a:p>
            <a:r>
              <a:rPr lang="en-GB" b="1" dirty="0"/>
              <a:t>BHM/BTM</a:t>
            </a:r>
            <a:r>
              <a:rPr lang="en-GB" dirty="0"/>
              <a:t>: identify a specific example for each of the following acts</a:t>
            </a:r>
          </a:p>
          <a:p>
            <a:pPr lvl="1"/>
            <a:r>
              <a:rPr lang="en-GB" dirty="0"/>
              <a:t>#Perfectly voluntary</a:t>
            </a:r>
          </a:p>
          <a:p>
            <a:pPr lvl="1"/>
            <a:r>
              <a:rPr lang="en-GB" dirty="0"/>
              <a:t>#Imperfectly voluntary</a:t>
            </a:r>
          </a:p>
          <a:p>
            <a:pPr lvl="1"/>
            <a:r>
              <a:rPr lang="en-GB" dirty="0"/>
              <a:t>#Omission </a:t>
            </a:r>
          </a:p>
          <a:p>
            <a:pPr lvl="1"/>
            <a:endParaRPr lang="en-GB" dirty="0"/>
          </a:p>
          <a:p>
            <a:r>
              <a:rPr lang="en-GB" b="1" dirty="0"/>
              <a:t>BFS</a:t>
            </a:r>
            <a:r>
              <a:rPr lang="en-GB" dirty="0"/>
              <a:t>: identify a specific example for each of the following acts</a:t>
            </a:r>
          </a:p>
          <a:p>
            <a:pPr lvl="1"/>
            <a:r>
              <a:rPr lang="en-GB" dirty="0"/>
              <a:t>#Involuntary</a:t>
            </a:r>
          </a:p>
          <a:p>
            <a:pPr lvl="1"/>
            <a:r>
              <a:rPr lang="en-GB" dirty="0"/>
              <a:t>#Mixed act</a:t>
            </a:r>
          </a:p>
          <a:p>
            <a:pPr lvl="1"/>
            <a:r>
              <a:rPr lang="en-GB" dirty="0"/>
              <a:t>#Omission</a:t>
            </a:r>
          </a:p>
          <a:p>
            <a:pPr lvl="1"/>
            <a:endParaRPr lang="en-GB" dirty="0"/>
          </a:p>
        </p:txBody>
      </p:sp>
      <p:sp>
        <p:nvSpPr>
          <p:cNvPr id="5" name="TextBox 4"/>
          <p:cNvSpPr txBox="1"/>
          <p:nvPr/>
        </p:nvSpPr>
        <p:spPr>
          <a:xfrm>
            <a:off x="4135067" y="5034181"/>
            <a:ext cx="4636005" cy="147732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00"/>
                </a:solidFill>
                <a:effectLst/>
                <a:uLnTx/>
                <a:uFillTx/>
                <a:latin typeface="Calibri"/>
                <a:ea typeface="+mn-ea"/>
                <a:cs typeface="+mn-cs"/>
              </a:rPr>
              <a:t>POST EXAMPLES ON POE WHATSAPP GROUP USING THE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00"/>
                </a:solidFill>
                <a:effectLst/>
                <a:uLnTx/>
                <a:uFillTx/>
                <a:latin typeface="Calibri"/>
                <a:ea typeface="+mn-ea"/>
                <a:cs typeface="+mn-cs"/>
              </a:rPr>
              <a:t>BE ABLE TO EXPLAIN WHY THE ACT IS PERFECTLY, IMPERFECTLY VOLUNTARY, ETC.</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0000"/>
                </a:solidFill>
                <a:effectLst/>
                <a:uLnTx/>
                <a:uFillTx/>
                <a:latin typeface="Calibri"/>
                <a:ea typeface="+mn-ea"/>
                <a:cs typeface="+mn-cs"/>
              </a:rPr>
              <a:t>TIME-FRAME – 5 MINUTES</a:t>
            </a:r>
          </a:p>
        </p:txBody>
      </p:sp>
    </p:spTree>
    <p:extLst>
      <p:ext uri="{BB962C8B-B14F-4D97-AF65-F5344CB8AC3E}">
        <p14:creationId xmlns:p14="http://schemas.microsoft.com/office/powerpoint/2010/main" val="206245700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5A5072-7B47-4D32-B52A-4EBBF590B8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715DAF0-AE1B-46C9-8A6B-DB2AA05AB9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6016219D-510E-4184-9090-6D5578A87B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AFF4A713-7B75-4B21-90D7-5AB19547C7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C631C0B-6DA6-4E57-8231-CE32B3434A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C29501E6-A978-4A61-9689-9085AF97A53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CD503041-19C4-0284-6812-D988B5411A1A}"/>
              </a:ext>
            </a:extLst>
          </p:cNvPr>
          <p:cNvSpPr>
            <a:spLocks noGrp="1"/>
          </p:cNvSpPr>
          <p:nvPr>
            <p:ph type="title"/>
          </p:nvPr>
        </p:nvSpPr>
        <p:spPr>
          <a:xfrm>
            <a:off x="986118" y="735106"/>
            <a:ext cx="7540322" cy="2928470"/>
          </a:xfrm>
        </p:spPr>
        <p:txBody>
          <a:bodyPr vert="horz" lIns="91440" tIns="45720" rIns="91440" bIns="45720" rtlCol="0" anchor="b">
            <a:normAutofit/>
          </a:bodyPr>
          <a:lstStyle/>
          <a:p>
            <a:pPr defTabSz="914400">
              <a:lnSpc>
                <a:spcPct val="90000"/>
              </a:lnSpc>
            </a:pPr>
            <a:r>
              <a:rPr lang="en-US" sz="4200" kern="1200" dirty="0">
                <a:solidFill>
                  <a:srgbClr val="FFFFFF"/>
                </a:solidFill>
                <a:latin typeface="+mj-lt"/>
                <a:ea typeface="+mj-ea"/>
                <a:cs typeface="+mj-cs"/>
              </a:rPr>
              <a:t>Prudent decision-making</a:t>
            </a:r>
          </a:p>
        </p:txBody>
      </p:sp>
      <p:sp>
        <p:nvSpPr>
          <p:cNvPr id="5" name="Text Placeholder 4">
            <a:extLst>
              <a:ext uri="{FF2B5EF4-FFF2-40B4-BE49-F238E27FC236}">
                <a16:creationId xmlns:a16="http://schemas.microsoft.com/office/drawing/2014/main" id="{2215E5FF-243E-1698-7BD8-DB41E03D7F10}"/>
              </a:ext>
            </a:extLst>
          </p:cNvPr>
          <p:cNvSpPr>
            <a:spLocks noGrp="1"/>
          </p:cNvSpPr>
          <p:nvPr>
            <p:ph type="body" idx="1"/>
          </p:nvPr>
        </p:nvSpPr>
        <p:spPr>
          <a:xfrm>
            <a:off x="1013011" y="4870824"/>
            <a:ext cx="7504463" cy="1458258"/>
          </a:xfrm>
        </p:spPr>
        <p:txBody>
          <a:bodyPr vert="horz" lIns="91440" tIns="45720" rIns="91440" bIns="45720" rtlCol="0" anchor="ctr">
            <a:normAutofit/>
          </a:bodyPr>
          <a:lstStyle/>
          <a:p>
            <a:pPr defTabSz="914400">
              <a:lnSpc>
                <a:spcPct val="90000"/>
              </a:lnSpc>
              <a:spcBef>
                <a:spcPts val="1000"/>
              </a:spcBef>
            </a:pPr>
            <a:endParaRPr lang="en-US" sz="2400" kern="1200" dirty="0">
              <a:solidFill>
                <a:schemeClr val="tx1"/>
              </a:solidFill>
              <a:latin typeface="+mn-lt"/>
              <a:ea typeface="+mn-ea"/>
              <a:cs typeface="+mn-cs"/>
            </a:endParaRPr>
          </a:p>
        </p:txBody>
      </p:sp>
    </p:spTree>
    <p:extLst>
      <p:ext uri="{BB962C8B-B14F-4D97-AF65-F5344CB8AC3E}">
        <p14:creationId xmlns:p14="http://schemas.microsoft.com/office/powerpoint/2010/main" val="2273726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3E0AAF-BF5D-A549-0A29-CAF3C90C5448}"/>
              </a:ext>
            </a:extLst>
          </p:cNvPr>
          <p:cNvSpPr>
            <a:spLocks noGrp="1"/>
          </p:cNvSpPr>
          <p:nvPr>
            <p:ph type="title"/>
          </p:nvPr>
        </p:nvSpPr>
        <p:spPr/>
        <p:txBody>
          <a:bodyPr/>
          <a:lstStyle/>
          <a:p>
            <a:r>
              <a:rPr lang="en-GB" dirty="0"/>
              <a:t>Main issue</a:t>
            </a:r>
          </a:p>
        </p:txBody>
      </p:sp>
      <p:sp>
        <p:nvSpPr>
          <p:cNvPr id="5" name="Content Placeholder 4">
            <a:extLst>
              <a:ext uri="{FF2B5EF4-FFF2-40B4-BE49-F238E27FC236}">
                <a16:creationId xmlns:a16="http://schemas.microsoft.com/office/drawing/2014/main" id="{20E19127-1B30-169E-29B2-62B245A659C7}"/>
              </a:ext>
            </a:extLst>
          </p:cNvPr>
          <p:cNvSpPr>
            <a:spLocks noGrp="1"/>
          </p:cNvSpPr>
          <p:nvPr>
            <p:ph idx="1"/>
          </p:nvPr>
        </p:nvSpPr>
        <p:spPr/>
        <p:txBody>
          <a:bodyPr/>
          <a:lstStyle/>
          <a:p>
            <a:r>
              <a:rPr lang="en-GB" dirty="0"/>
              <a:t>To make prudent decisions, we need to know how the human intellect and will interact with each other in the process</a:t>
            </a:r>
          </a:p>
        </p:txBody>
      </p:sp>
    </p:spTree>
    <p:extLst>
      <p:ext uri="{BB962C8B-B14F-4D97-AF65-F5344CB8AC3E}">
        <p14:creationId xmlns:p14="http://schemas.microsoft.com/office/powerpoint/2010/main" val="10453249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Reflection</a:t>
            </a:r>
          </a:p>
        </p:txBody>
      </p:sp>
      <p:graphicFrame>
        <p:nvGraphicFramePr>
          <p:cNvPr id="5" name="Content Placeholder 2">
            <a:extLst>
              <a:ext uri="{FF2B5EF4-FFF2-40B4-BE49-F238E27FC236}">
                <a16:creationId xmlns:a16="http://schemas.microsoft.com/office/drawing/2014/main" id="{1550DA24-5E5A-458A-B65B-2418DF112D0B}"/>
              </a:ext>
            </a:extLst>
          </p:cNvPr>
          <p:cNvGraphicFramePr>
            <a:graphicFrameLocks noGrp="1"/>
          </p:cNvGraphicFramePr>
          <p:nvPr>
            <p:ph idx="1"/>
            <p:extLst>
              <p:ext uri="{D42A27DB-BD31-4B8C-83A1-F6EECF244321}">
                <p14:modId xmlns:p14="http://schemas.microsoft.com/office/powerpoint/2010/main" val="903237601"/>
              </p:ext>
            </p:extLst>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59235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3466" y="547195"/>
            <a:ext cx="5389604" cy="787847"/>
          </a:xfrm>
        </p:spPr>
        <p:txBody>
          <a:bodyPr anchor="ctr">
            <a:normAutofit/>
          </a:bodyPr>
          <a:lstStyle/>
          <a:p>
            <a:r>
              <a:rPr lang="en-GB" dirty="0"/>
              <a:t>Think and Write</a:t>
            </a:r>
          </a:p>
        </p:txBody>
      </p:sp>
      <p:graphicFrame>
        <p:nvGraphicFramePr>
          <p:cNvPr id="5" name="Content Placeholder 2">
            <a:extLst>
              <a:ext uri="{FF2B5EF4-FFF2-40B4-BE49-F238E27FC236}">
                <a16:creationId xmlns:a16="http://schemas.microsoft.com/office/drawing/2014/main" id="{1550DA24-5E5A-458A-B65B-2418DF112D0B}"/>
              </a:ext>
            </a:extLst>
          </p:cNvPr>
          <p:cNvGraphicFramePr>
            <a:graphicFrameLocks noGrp="1"/>
          </p:cNvGraphicFramePr>
          <p:nvPr>
            <p:ph idx="1"/>
            <p:extLst>
              <p:ext uri="{D42A27DB-BD31-4B8C-83A1-F6EECF244321}">
                <p14:modId xmlns:p14="http://schemas.microsoft.com/office/powerpoint/2010/main" val="220208445"/>
              </p:ext>
            </p:extLst>
          </p:nvPr>
        </p:nvGraphicFramePr>
        <p:xfrm>
          <a:off x="1063466" y="1600200"/>
          <a:ext cx="7623334" cy="4911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24914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5F77598-604A-493A-A9FF-C5C87E0CF1B0}"/>
              </a:ext>
            </a:extLst>
          </p:cNvPr>
          <p:cNvSpPr>
            <a:spLocks noGrp="1"/>
          </p:cNvSpPr>
          <p:nvPr>
            <p:ph type="title"/>
          </p:nvPr>
        </p:nvSpPr>
        <p:spPr>
          <a:xfrm>
            <a:off x="1063466" y="547195"/>
            <a:ext cx="5389604" cy="787847"/>
          </a:xfrm>
        </p:spPr>
        <p:txBody>
          <a:bodyPr/>
          <a:lstStyle/>
          <a:p>
            <a:r>
              <a:rPr lang="en-US" dirty="0"/>
              <a:t>At a basic level</a:t>
            </a:r>
          </a:p>
        </p:txBody>
      </p:sp>
      <p:graphicFrame>
        <p:nvGraphicFramePr>
          <p:cNvPr id="4" name="Content Placeholder 3">
            <a:extLst>
              <a:ext uri="{FF2B5EF4-FFF2-40B4-BE49-F238E27FC236}">
                <a16:creationId xmlns:a16="http://schemas.microsoft.com/office/drawing/2014/main" id="{C4BAD2CF-5AA5-A94B-0EB7-411ECB59A649}"/>
              </a:ext>
            </a:extLst>
          </p:cNvPr>
          <p:cNvGraphicFramePr>
            <a:graphicFrameLocks noGrp="1"/>
          </p:cNvGraphicFramePr>
          <p:nvPr>
            <p:ph idx="1"/>
          </p:nvPr>
        </p:nvGraphicFramePr>
        <p:xfrm>
          <a:off x="1063625" y="1600200"/>
          <a:ext cx="7623175" cy="4911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9152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B8BE2-3397-40C3-CF75-F66497DA60B6}"/>
              </a:ext>
            </a:extLst>
          </p:cNvPr>
          <p:cNvSpPr>
            <a:spLocks noGrp="1"/>
          </p:cNvSpPr>
          <p:nvPr>
            <p:ph type="title"/>
          </p:nvPr>
        </p:nvSpPr>
        <p:spPr/>
        <p:txBody>
          <a:bodyPr/>
          <a:lstStyle/>
          <a:p>
            <a:r>
              <a:rPr lang="en-GB" dirty="0"/>
              <a:t>Object of the human intellect</a:t>
            </a:r>
          </a:p>
        </p:txBody>
      </p:sp>
      <p:sp>
        <p:nvSpPr>
          <p:cNvPr id="5" name="Content Placeholder 4">
            <a:extLst>
              <a:ext uri="{FF2B5EF4-FFF2-40B4-BE49-F238E27FC236}">
                <a16:creationId xmlns:a16="http://schemas.microsoft.com/office/drawing/2014/main" id="{6EF90AF6-ED74-3295-C679-CFDE84A839C8}"/>
              </a:ext>
            </a:extLst>
          </p:cNvPr>
          <p:cNvSpPr>
            <a:spLocks noGrp="1"/>
          </p:cNvSpPr>
          <p:nvPr>
            <p:ph idx="1"/>
          </p:nvPr>
        </p:nvSpPr>
        <p:spPr/>
        <p:txBody>
          <a:bodyPr/>
          <a:lstStyle/>
          <a:p>
            <a:r>
              <a:rPr lang="en-GB" dirty="0"/>
              <a:t>What does the intellect aim for?</a:t>
            </a:r>
          </a:p>
        </p:txBody>
      </p:sp>
      <p:sp>
        <p:nvSpPr>
          <p:cNvPr id="6" name="Rectangle: Rounded Corners 5">
            <a:extLst>
              <a:ext uri="{FF2B5EF4-FFF2-40B4-BE49-F238E27FC236}">
                <a16:creationId xmlns:a16="http://schemas.microsoft.com/office/drawing/2014/main" id="{548F10A8-235E-A7B5-F169-49E02045A707}"/>
              </a:ext>
            </a:extLst>
          </p:cNvPr>
          <p:cNvSpPr/>
          <p:nvPr/>
        </p:nvSpPr>
        <p:spPr>
          <a:xfrm>
            <a:off x="838202" y="3178627"/>
            <a:ext cx="1643743" cy="167640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b="1" dirty="0">
                <a:solidFill>
                  <a:schemeClr val="tx1"/>
                </a:solidFill>
              </a:rPr>
              <a:t>FACULTY</a:t>
            </a:r>
          </a:p>
          <a:p>
            <a:pPr algn="ctr"/>
            <a:endParaRPr lang="en-GB" sz="2000" b="1" dirty="0">
              <a:solidFill>
                <a:schemeClr val="tx1"/>
              </a:solidFill>
            </a:endParaRPr>
          </a:p>
          <a:p>
            <a:pPr algn="ctr"/>
            <a:r>
              <a:rPr lang="en-GB" sz="2000" b="1" dirty="0">
                <a:solidFill>
                  <a:schemeClr val="tx1"/>
                </a:solidFill>
              </a:rPr>
              <a:t>HUMAN INTELLECT</a:t>
            </a:r>
          </a:p>
        </p:txBody>
      </p:sp>
      <p:sp>
        <p:nvSpPr>
          <p:cNvPr id="7" name="Arrow: Right 6">
            <a:extLst>
              <a:ext uri="{FF2B5EF4-FFF2-40B4-BE49-F238E27FC236}">
                <a16:creationId xmlns:a16="http://schemas.microsoft.com/office/drawing/2014/main" id="{6A7A46E6-8755-358C-B80A-8E2BBCCC2739}"/>
              </a:ext>
            </a:extLst>
          </p:cNvPr>
          <p:cNvSpPr/>
          <p:nvPr/>
        </p:nvSpPr>
        <p:spPr>
          <a:xfrm>
            <a:off x="3254829" y="3499756"/>
            <a:ext cx="2558142" cy="118654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b="1" dirty="0">
                <a:solidFill>
                  <a:schemeClr val="tx1"/>
                </a:solidFill>
              </a:rPr>
              <a:t>ACT: TO KNOW</a:t>
            </a:r>
          </a:p>
        </p:txBody>
      </p:sp>
      <p:sp>
        <p:nvSpPr>
          <p:cNvPr id="8" name="Rectangle: Rounded Corners 7">
            <a:extLst>
              <a:ext uri="{FF2B5EF4-FFF2-40B4-BE49-F238E27FC236}">
                <a16:creationId xmlns:a16="http://schemas.microsoft.com/office/drawing/2014/main" id="{F4DED16E-E4A8-A18D-B767-819BC36F62CA}"/>
              </a:ext>
            </a:extLst>
          </p:cNvPr>
          <p:cNvSpPr/>
          <p:nvPr/>
        </p:nvSpPr>
        <p:spPr>
          <a:xfrm>
            <a:off x="6585855" y="3178626"/>
            <a:ext cx="1643743" cy="1676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b="1" dirty="0">
                <a:solidFill>
                  <a:schemeClr val="tx1"/>
                </a:solidFill>
              </a:rPr>
              <a:t>WHAT? [OBJECT]</a:t>
            </a:r>
          </a:p>
          <a:p>
            <a:pPr algn="ctr"/>
            <a:endParaRPr lang="en-GB" sz="2000" b="1" dirty="0">
              <a:solidFill>
                <a:schemeClr val="tx1"/>
              </a:solidFill>
            </a:endParaRPr>
          </a:p>
          <a:p>
            <a:pPr algn="ctr"/>
            <a:r>
              <a:rPr lang="en-GB" sz="2000" b="1" dirty="0">
                <a:solidFill>
                  <a:schemeClr val="tx1"/>
                </a:solidFill>
              </a:rPr>
              <a:t>THE TRUTH</a:t>
            </a:r>
          </a:p>
        </p:txBody>
      </p:sp>
    </p:spTree>
    <p:extLst>
      <p:ext uri="{BB962C8B-B14F-4D97-AF65-F5344CB8AC3E}">
        <p14:creationId xmlns:p14="http://schemas.microsoft.com/office/powerpoint/2010/main" val="759272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7658C58-989C-4952-4002-B60C1E1B45FA}"/>
              </a:ext>
            </a:extLst>
          </p:cNvPr>
          <p:cNvSpPr>
            <a:spLocks noGrp="1"/>
          </p:cNvSpPr>
          <p:nvPr>
            <p:ph type="title"/>
          </p:nvPr>
        </p:nvSpPr>
        <p:spPr/>
        <p:txBody>
          <a:bodyPr/>
          <a:lstStyle/>
          <a:p>
            <a:r>
              <a:rPr lang="en-GB" dirty="0"/>
              <a:t>Object of the human will </a:t>
            </a:r>
          </a:p>
        </p:txBody>
      </p:sp>
      <p:sp>
        <p:nvSpPr>
          <p:cNvPr id="8" name="Content Placeholder 7">
            <a:extLst>
              <a:ext uri="{FF2B5EF4-FFF2-40B4-BE49-F238E27FC236}">
                <a16:creationId xmlns:a16="http://schemas.microsoft.com/office/drawing/2014/main" id="{8DA3C3D2-17AD-976E-F133-89934ADD3607}"/>
              </a:ext>
            </a:extLst>
          </p:cNvPr>
          <p:cNvSpPr>
            <a:spLocks noGrp="1"/>
          </p:cNvSpPr>
          <p:nvPr>
            <p:ph idx="1"/>
          </p:nvPr>
        </p:nvSpPr>
        <p:spPr/>
        <p:txBody>
          <a:bodyPr/>
          <a:lstStyle/>
          <a:p>
            <a:r>
              <a:rPr lang="en-GB" dirty="0"/>
              <a:t>What does the will aim for?</a:t>
            </a:r>
          </a:p>
        </p:txBody>
      </p:sp>
      <p:sp>
        <p:nvSpPr>
          <p:cNvPr id="9" name="Rectangle 8">
            <a:extLst>
              <a:ext uri="{FF2B5EF4-FFF2-40B4-BE49-F238E27FC236}">
                <a16:creationId xmlns:a16="http://schemas.microsoft.com/office/drawing/2014/main" id="{CE14951E-F1DD-9F72-DA18-95BF12CD94CA}"/>
              </a:ext>
            </a:extLst>
          </p:cNvPr>
          <p:cNvSpPr/>
          <p:nvPr/>
        </p:nvSpPr>
        <p:spPr>
          <a:xfrm>
            <a:off x="1194142" y="2672442"/>
            <a:ext cx="2035628" cy="179162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200" b="1" dirty="0">
              <a:solidFill>
                <a:schemeClr val="tx1"/>
              </a:solidFill>
            </a:endParaRPr>
          </a:p>
          <a:p>
            <a:pPr algn="ctr"/>
            <a:r>
              <a:rPr lang="en-GB" sz="2200" b="1" dirty="0">
                <a:solidFill>
                  <a:schemeClr val="tx1"/>
                </a:solidFill>
              </a:rPr>
              <a:t>HUMAN FACULTY</a:t>
            </a:r>
          </a:p>
          <a:p>
            <a:pPr algn="ctr"/>
            <a:endParaRPr lang="en-GB" sz="2200" b="1" dirty="0">
              <a:solidFill>
                <a:schemeClr val="tx1"/>
              </a:solidFill>
            </a:endParaRPr>
          </a:p>
          <a:p>
            <a:pPr algn="ctr"/>
            <a:r>
              <a:rPr lang="en-GB" sz="2200" b="1" dirty="0">
                <a:solidFill>
                  <a:schemeClr val="tx1"/>
                </a:solidFill>
              </a:rPr>
              <a:t>HUMAN WILL</a:t>
            </a:r>
          </a:p>
          <a:p>
            <a:pPr algn="ctr"/>
            <a:endParaRPr lang="en-GB" sz="2200" b="1" dirty="0">
              <a:solidFill>
                <a:schemeClr val="tx1"/>
              </a:solidFill>
            </a:endParaRPr>
          </a:p>
        </p:txBody>
      </p:sp>
      <p:sp>
        <p:nvSpPr>
          <p:cNvPr id="10" name="Arrow: Right 9">
            <a:extLst>
              <a:ext uri="{FF2B5EF4-FFF2-40B4-BE49-F238E27FC236}">
                <a16:creationId xmlns:a16="http://schemas.microsoft.com/office/drawing/2014/main" id="{07FD72B4-62DA-574C-94C7-FF0BD11B0B13}"/>
              </a:ext>
            </a:extLst>
          </p:cNvPr>
          <p:cNvSpPr/>
          <p:nvPr/>
        </p:nvSpPr>
        <p:spPr>
          <a:xfrm>
            <a:off x="3566198" y="3080656"/>
            <a:ext cx="2688770" cy="975198"/>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200" b="1" dirty="0">
                <a:solidFill>
                  <a:schemeClr val="tx1"/>
                </a:solidFill>
              </a:rPr>
              <a:t>ACT = TO WANT</a:t>
            </a:r>
          </a:p>
        </p:txBody>
      </p:sp>
      <p:sp>
        <p:nvSpPr>
          <p:cNvPr id="11" name="Rectangle 10">
            <a:extLst>
              <a:ext uri="{FF2B5EF4-FFF2-40B4-BE49-F238E27FC236}">
                <a16:creationId xmlns:a16="http://schemas.microsoft.com/office/drawing/2014/main" id="{25D48C28-8AE3-C929-B684-5886EBB53DC0}"/>
              </a:ext>
            </a:extLst>
          </p:cNvPr>
          <p:cNvSpPr/>
          <p:nvPr/>
        </p:nvSpPr>
        <p:spPr>
          <a:xfrm>
            <a:off x="6667597" y="2270132"/>
            <a:ext cx="2035628" cy="25962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200" b="1" dirty="0">
              <a:solidFill>
                <a:schemeClr val="tx1"/>
              </a:solidFill>
            </a:endParaRPr>
          </a:p>
          <a:p>
            <a:pPr algn="ctr"/>
            <a:r>
              <a:rPr lang="en-GB" sz="2200" b="1" dirty="0">
                <a:solidFill>
                  <a:schemeClr val="tx1"/>
                </a:solidFill>
              </a:rPr>
              <a:t>WHAT? </a:t>
            </a:r>
          </a:p>
          <a:p>
            <a:pPr algn="ctr"/>
            <a:r>
              <a:rPr lang="en-GB" sz="2200" b="1" dirty="0">
                <a:solidFill>
                  <a:schemeClr val="tx1"/>
                </a:solidFill>
              </a:rPr>
              <a:t>[OBJECT]</a:t>
            </a:r>
          </a:p>
          <a:p>
            <a:pPr algn="ctr"/>
            <a:endParaRPr lang="en-GB" sz="2200" b="1" dirty="0">
              <a:solidFill>
                <a:schemeClr val="tx1"/>
              </a:solidFill>
            </a:endParaRPr>
          </a:p>
          <a:p>
            <a:pPr algn="ctr"/>
            <a:r>
              <a:rPr lang="en-GB" sz="2200" b="1" dirty="0">
                <a:solidFill>
                  <a:schemeClr val="tx1"/>
                </a:solidFill>
              </a:rPr>
              <a:t>THE GOOD</a:t>
            </a:r>
          </a:p>
          <a:p>
            <a:pPr algn="ctr"/>
            <a:r>
              <a:rPr lang="en-GB" sz="2200" b="1" dirty="0">
                <a:solidFill>
                  <a:schemeClr val="tx1"/>
                </a:solidFill>
              </a:rPr>
              <a:t>THINGS</a:t>
            </a:r>
          </a:p>
          <a:p>
            <a:pPr algn="ctr"/>
            <a:r>
              <a:rPr lang="en-GB" sz="2200" b="1" dirty="0">
                <a:solidFill>
                  <a:schemeClr val="tx1"/>
                </a:solidFill>
              </a:rPr>
              <a:t>PEOPLE</a:t>
            </a:r>
          </a:p>
        </p:txBody>
      </p:sp>
    </p:spTree>
    <p:extLst>
      <p:ext uri="{BB962C8B-B14F-4D97-AF65-F5344CB8AC3E}">
        <p14:creationId xmlns:p14="http://schemas.microsoft.com/office/powerpoint/2010/main" val="1499321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Object of the Will</a:t>
            </a:r>
          </a:p>
        </p:txBody>
      </p:sp>
      <p:sp>
        <p:nvSpPr>
          <p:cNvPr id="5" name="Text Placeholder 4"/>
          <p:cNvSpPr>
            <a:spLocks noGrp="1"/>
          </p:cNvSpPr>
          <p:nvPr>
            <p:ph type="body" idx="1"/>
          </p:nvPr>
        </p:nvSpPr>
        <p:spPr/>
        <p:txBody>
          <a:bodyPr/>
          <a:lstStyle/>
          <a:p>
            <a:r>
              <a:rPr lang="en-GB" b="1" dirty="0"/>
              <a:t>DIRECT OBJECT</a:t>
            </a:r>
          </a:p>
        </p:txBody>
      </p:sp>
      <p:sp>
        <p:nvSpPr>
          <p:cNvPr id="7" name="Text Placeholder 6"/>
          <p:cNvSpPr>
            <a:spLocks noGrp="1"/>
          </p:cNvSpPr>
          <p:nvPr>
            <p:ph type="body" sz="half" idx="3"/>
          </p:nvPr>
        </p:nvSpPr>
        <p:spPr/>
        <p:txBody>
          <a:bodyPr/>
          <a:lstStyle/>
          <a:p>
            <a:r>
              <a:rPr lang="en-GB" b="1" dirty="0"/>
              <a:t>INDIRECT OBJECT</a:t>
            </a:r>
          </a:p>
        </p:txBody>
      </p:sp>
      <p:sp>
        <p:nvSpPr>
          <p:cNvPr id="6" name="Content Placeholder 5"/>
          <p:cNvSpPr>
            <a:spLocks noGrp="1"/>
          </p:cNvSpPr>
          <p:nvPr>
            <p:ph sz="quarter" idx="2"/>
          </p:nvPr>
        </p:nvSpPr>
        <p:spPr/>
        <p:txBody>
          <a:bodyPr>
            <a:normAutofit fontScale="92500" lnSpcReduction="10000"/>
          </a:bodyPr>
          <a:lstStyle/>
          <a:p>
            <a:r>
              <a:rPr lang="en-GB" dirty="0"/>
              <a:t>The good goal known and understood by the intellect and which the will wants to obtain</a:t>
            </a:r>
          </a:p>
          <a:p>
            <a:endParaRPr lang="en-GB" dirty="0"/>
          </a:p>
          <a:p>
            <a:r>
              <a:rPr lang="en-GB" dirty="0"/>
              <a:t>The principle aim you have in carrying out an action</a:t>
            </a:r>
          </a:p>
          <a:p>
            <a:pPr marL="0" indent="0">
              <a:buNone/>
            </a:pPr>
            <a:endParaRPr lang="en-GB" dirty="0"/>
          </a:p>
          <a:p>
            <a:r>
              <a:rPr lang="en-GB" dirty="0"/>
              <a:t>Graduate with SIMS degree</a:t>
            </a:r>
          </a:p>
        </p:txBody>
      </p:sp>
      <p:sp>
        <p:nvSpPr>
          <p:cNvPr id="8" name="Content Placeholder 7"/>
          <p:cNvSpPr>
            <a:spLocks noGrp="1"/>
          </p:cNvSpPr>
          <p:nvPr>
            <p:ph sz="quarter" idx="4"/>
          </p:nvPr>
        </p:nvSpPr>
        <p:spPr/>
        <p:txBody>
          <a:bodyPr>
            <a:normAutofit fontScale="85000" lnSpcReduction="20000"/>
          </a:bodyPr>
          <a:lstStyle/>
          <a:p>
            <a:r>
              <a:rPr lang="en-GB" dirty="0"/>
              <a:t>An indirect effect / consequence of an action</a:t>
            </a:r>
          </a:p>
          <a:p>
            <a:endParaRPr lang="en-GB" dirty="0"/>
          </a:p>
          <a:p>
            <a:r>
              <a:rPr lang="en-GB" dirty="0"/>
              <a:t>May be foreseen and permitted as inevitably linked to what is known and wanted directly </a:t>
            </a:r>
          </a:p>
          <a:p>
            <a:endParaRPr lang="en-GB" dirty="0"/>
          </a:p>
          <a:p>
            <a:r>
              <a:rPr lang="en-GB" dirty="0"/>
              <a:t>Not necessarily willed / wanted in itself</a:t>
            </a:r>
          </a:p>
          <a:p>
            <a:pPr marL="0" indent="0">
              <a:buNone/>
            </a:pPr>
            <a:endParaRPr lang="en-GB" dirty="0"/>
          </a:p>
          <a:p>
            <a:r>
              <a:rPr lang="en-GB" dirty="0"/>
              <a:t>Hard work; pay fees; learning; better job opportunities; </a:t>
            </a:r>
          </a:p>
        </p:txBody>
      </p:sp>
    </p:spTree>
    <p:extLst>
      <p:ext uri="{BB962C8B-B14F-4D97-AF65-F5344CB8AC3E}">
        <p14:creationId xmlns:p14="http://schemas.microsoft.com/office/powerpoint/2010/main" val="12455910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GB" dirty="0"/>
              <a:t>Example</a:t>
            </a:r>
          </a:p>
        </p:txBody>
      </p:sp>
      <p:sp>
        <p:nvSpPr>
          <p:cNvPr id="8" name="Content Placeholder 7"/>
          <p:cNvSpPr>
            <a:spLocks noGrp="1"/>
          </p:cNvSpPr>
          <p:nvPr>
            <p:ph idx="1"/>
          </p:nvPr>
        </p:nvSpPr>
        <p:spPr/>
        <p:txBody>
          <a:bodyPr>
            <a:normAutofit fontScale="85000" lnSpcReduction="10000"/>
          </a:bodyPr>
          <a:lstStyle/>
          <a:p>
            <a:r>
              <a:rPr lang="en-GB" dirty="0"/>
              <a:t>You need to buy something urgently at the nearby supermarket so you take the only car your family has and you go to the supermarket without telling any of the people you live with. When you get home 30 minutes later, you discover that your Dad needed the car to visit a sick friend and is angry that it disappeared without anyone telling him.</a:t>
            </a:r>
          </a:p>
          <a:p>
            <a:pPr marL="0" indent="0">
              <a:buNone/>
            </a:pPr>
            <a:endParaRPr lang="en-GB" dirty="0"/>
          </a:p>
          <a:p>
            <a:pPr marL="400050" lvl="1" indent="0">
              <a:buNone/>
            </a:pPr>
            <a:r>
              <a:rPr lang="en-GB" dirty="0"/>
              <a:t>1. Which is the voluntary act?</a:t>
            </a:r>
          </a:p>
          <a:p>
            <a:pPr marL="400050" lvl="1" indent="0">
              <a:buNone/>
            </a:pPr>
            <a:r>
              <a:rPr lang="en-GB" dirty="0"/>
              <a:t>2. What is the direct object of the will/act?</a:t>
            </a:r>
          </a:p>
          <a:p>
            <a:pPr marL="400050" lvl="1" indent="0">
              <a:buNone/>
            </a:pPr>
            <a:r>
              <a:rPr lang="en-GB" dirty="0"/>
              <a:t>3. What is the indirect object of will/act?</a:t>
            </a:r>
          </a:p>
        </p:txBody>
      </p:sp>
    </p:spTree>
    <p:extLst>
      <p:ext uri="{BB962C8B-B14F-4D97-AF65-F5344CB8AC3E}">
        <p14:creationId xmlns:p14="http://schemas.microsoft.com/office/powerpoint/2010/main" val="2094881206"/>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idx="1"/>
          </p:nvPr>
        </p:nvSpPr>
        <p:spPr/>
        <p:txBody>
          <a:bodyPr>
            <a:normAutofit/>
          </a:bodyPr>
          <a:lstStyle/>
          <a:p>
            <a:r>
              <a:rPr lang="en-GB" sz="2800" b="1" dirty="0"/>
              <a:t>Intellect</a:t>
            </a:r>
          </a:p>
        </p:txBody>
      </p:sp>
      <p:sp>
        <p:nvSpPr>
          <p:cNvPr id="7" name="Content Placeholder 6"/>
          <p:cNvSpPr>
            <a:spLocks noGrp="1"/>
          </p:cNvSpPr>
          <p:nvPr>
            <p:ph sz="quarter" idx="2"/>
          </p:nvPr>
        </p:nvSpPr>
        <p:spPr>
          <a:xfrm>
            <a:off x="871967" y="2174875"/>
            <a:ext cx="3774363" cy="3457440"/>
          </a:xfrm>
        </p:spPr>
        <p:txBody>
          <a:bodyPr>
            <a:normAutofit fontScale="92500"/>
          </a:bodyPr>
          <a:lstStyle/>
          <a:p>
            <a:pPr marL="457200" indent="-457200">
              <a:buFont typeface="+mj-lt"/>
              <a:buAutoNum type="arabicPeriod"/>
            </a:pPr>
            <a:r>
              <a:rPr lang="en-GB" dirty="0"/>
              <a:t>Needs to know the truth about the real goodness or badness of things that appear good to us</a:t>
            </a:r>
          </a:p>
          <a:p>
            <a:pPr marL="457200" indent="-457200">
              <a:buFont typeface="+mj-lt"/>
              <a:buAutoNum type="arabicPeriod"/>
            </a:pPr>
            <a:r>
              <a:rPr lang="en-GB" dirty="0"/>
              <a:t>To guide the will correctly towards what is best for the person</a:t>
            </a:r>
          </a:p>
          <a:p>
            <a:pPr marL="457200" indent="-457200">
              <a:buFont typeface="+mj-lt"/>
              <a:buAutoNum type="arabicPeriod"/>
            </a:pPr>
            <a:r>
              <a:rPr lang="en-GB" dirty="0"/>
              <a:t>The intellect needs to be well informed</a:t>
            </a:r>
          </a:p>
        </p:txBody>
      </p:sp>
      <p:sp>
        <p:nvSpPr>
          <p:cNvPr id="8" name="Text Placeholder 7"/>
          <p:cNvSpPr>
            <a:spLocks noGrp="1"/>
          </p:cNvSpPr>
          <p:nvPr>
            <p:ph type="body" sz="half" idx="3"/>
          </p:nvPr>
        </p:nvSpPr>
        <p:spPr/>
        <p:txBody>
          <a:bodyPr>
            <a:normAutofit/>
          </a:bodyPr>
          <a:lstStyle/>
          <a:p>
            <a:r>
              <a:rPr lang="en-GB" sz="2800" b="1" dirty="0"/>
              <a:t>Will</a:t>
            </a:r>
          </a:p>
        </p:txBody>
      </p:sp>
      <p:sp>
        <p:nvSpPr>
          <p:cNvPr id="9" name="Content Placeholder 8"/>
          <p:cNvSpPr>
            <a:spLocks noGrp="1"/>
          </p:cNvSpPr>
          <p:nvPr>
            <p:ph sz="quarter" idx="4"/>
          </p:nvPr>
        </p:nvSpPr>
        <p:spPr/>
        <p:txBody>
          <a:bodyPr>
            <a:normAutofit lnSpcReduction="10000"/>
          </a:bodyPr>
          <a:lstStyle/>
          <a:p>
            <a:pPr marL="457200" indent="-457200">
              <a:buFont typeface="+mj-lt"/>
              <a:buAutoNum type="arabicPeriod"/>
            </a:pPr>
            <a:r>
              <a:rPr lang="en-GB" dirty="0"/>
              <a:t>Needs to be developed and made strong</a:t>
            </a:r>
          </a:p>
          <a:p>
            <a:pPr marL="457200" indent="-457200">
              <a:buFont typeface="+mj-lt"/>
              <a:buAutoNum type="arabicPeriod"/>
            </a:pPr>
            <a:r>
              <a:rPr lang="en-GB" dirty="0"/>
              <a:t>To always choose the real, true and greatest good thing</a:t>
            </a:r>
          </a:p>
          <a:p>
            <a:pPr marL="457200" indent="-457200">
              <a:buFont typeface="+mj-lt"/>
              <a:buAutoNum type="arabicPeriod"/>
            </a:pPr>
            <a:r>
              <a:rPr lang="en-GB" dirty="0"/>
              <a:t>Knowing what is truly good, practice freely choosing the best good</a:t>
            </a:r>
          </a:p>
          <a:p>
            <a:pPr marL="457200" indent="-457200">
              <a:buFont typeface="+mj-lt"/>
              <a:buAutoNum type="arabicPeriod"/>
            </a:pPr>
            <a:r>
              <a:rPr lang="en-GB" dirty="0"/>
              <a:t>To develop true self-mastery</a:t>
            </a:r>
          </a:p>
        </p:txBody>
      </p:sp>
      <p:sp>
        <p:nvSpPr>
          <p:cNvPr id="5" name="Title 4"/>
          <p:cNvSpPr>
            <a:spLocks noGrp="1"/>
          </p:cNvSpPr>
          <p:nvPr>
            <p:ph type="title"/>
          </p:nvPr>
        </p:nvSpPr>
        <p:spPr>
          <a:xfrm>
            <a:off x="871968" y="577434"/>
            <a:ext cx="5188364" cy="787847"/>
          </a:xfrm>
        </p:spPr>
        <p:txBody>
          <a:bodyPr/>
          <a:lstStyle/>
          <a:p>
            <a:r>
              <a:rPr lang="en-GB" sz="3200" dirty="0"/>
              <a:t>Intellect and will in decision making</a:t>
            </a:r>
          </a:p>
        </p:txBody>
      </p:sp>
    </p:spTree>
    <p:extLst>
      <p:ext uri="{BB962C8B-B14F-4D97-AF65-F5344CB8AC3E}">
        <p14:creationId xmlns:p14="http://schemas.microsoft.com/office/powerpoint/2010/main" val="112982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 calcmode="lin" valueType="num">
                                      <p:cBhvr>
                                        <p:cTn id="9" dur="500" fill="hold"/>
                                        <p:tgtEl>
                                          <p:spTgt spid="5"/>
                                        </p:tgtEl>
                                        <p:attrNameLst>
                                          <p:attrName>style.rotation</p:attrName>
                                        </p:attrNameLst>
                                      </p:cBhvr>
                                      <p:tavLst>
                                        <p:tav tm="0">
                                          <p:val>
                                            <p:fltVal val="360"/>
                                          </p:val>
                                        </p:tav>
                                        <p:tav tm="100000">
                                          <p:val>
                                            <p:fltVal val="0"/>
                                          </p:val>
                                        </p:tav>
                                      </p:tavLst>
                                    </p:anim>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slide(fromBottom)">
                                      <p:cBhvr>
                                        <p:cTn id="15" dur="500"/>
                                        <p:tgtEl>
                                          <p:spTgt spid="6">
                                            <p:txEl>
                                              <p:pRg st="0" end="0"/>
                                            </p:txEl>
                                          </p:spTgt>
                                        </p:tgtEl>
                                      </p:cBhvr>
                                    </p:animEffect>
                                  </p:childTnLst>
                                </p:cTn>
                              </p:par>
                            </p:childTnLst>
                          </p:cTn>
                        </p:par>
                        <p:par>
                          <p:cTn id="16" fill="hold">
                            <p:stCondLst>
                              <p:cond delay="500"/>
                            </p:stCondLst>
                            <p:childTnLst>
                              <p:par>
                                <p:cTn id="17" presetID="15" presetClass="entr" presetSubtype="0" fill="hold" nodeType="after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 calcmode="lin" valueType="num">
                                      <p:cBhvr>
                                        <p:cTn id="19"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20"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21" dur="1000" fill="hold"/>
                                        <p:tgtEl>
                                          <p:spTgt spid="7">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7">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1500"/>
                            </p:stCondLst>
                            <p:childTnLst>
                              <p:par>
                                <p:cTn id="24" presetID="15" presetClass="entr" presetSubtype="0" fill="hold" nodeType="after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anim calcmode="lin" valueType="num">
                                      <p:cBhvr>
                                        <p:cTn id="26" dur="1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27" dur="1000" fill="hold"/>
                                        <p:tgtEl>
                                          <p:spTgt spid="7">
                                            <p:txEl>
                                              <p:pRg st="1" end="1"/>
                                            </p:txEl>
                                          </p:spTgt>
                                        </p:tgtEl>
                                        <p:attrNameLst>
                                          <p:attrName>ppt_h</p:attrName>
                                        </p:attrNameLst>
                                      </p:cBhvr>
                                      <p:tavLst>
                                        <p:tav tm="0">
                                          <p:val>
                                            <p:fltVal val="0"/>
                                          </p:val>
                                        </p:tav>
                                        <p:tav tm="100000">
                                          <p:val>
                                            <p:strVal val="#ppt_h"/>
                                          </p:val>
                                        </p:tav>
                                      </p:tavLst>
                                    </p:anim>
                                    <p:anim calcmode="lin" valueType="num">
                                      <p:cBhvr>
                                        <p:cTn id="28" dur="1000" fill="hold"/>
                                        <p:tgtEl>
                                          <p:spTgt spid="7">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9" dur="1000" fill="hold"/>
                                        <p:tgtEl>
                                          <p:spTgt spid="7">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par>
                          <p:cTn id="30" fill="hold">
                            <p:stCondLst>
                              <p:cond delay="2500"/>
                            </p:stCondLst>
                            <p:childTnLst>
                              <p:par>
                                <p:cTn id="31" presetID="15" presetClass="entr" presetSubtype="0" fill="hold" nodeType="after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 calcmode="lin" valueType="num">
                                      <p:cBhvr>
                                        <p:cTn id="33" dur="1000" fill="hold"/>
                                        <p:tgtEl>
                                          <p:spTgt spid="7">
                                            <p:txEl>
                                              <p:pRg st="2" end="2"/>
                                            </p:txEl>
                                          </p:spTgt>
                                        </p:tgtEl>
                                        <p:attrNameLst>
                                          <p:attrName>ppt_w</p:attrName>
                                        </p:attrNameLst>
                                      </p:cBhvr>
                                      <p:tavLst>
                                        <p:tav tm="0">
                                          <p:val>
                                            <p:fltVal val="0"/>
                                          </p:val>
                                        </p:tav>
                                        <p:tav tm="100000">
                                          <p:val>
                                            <p:strVal val="#ppt_w"/>
                                          </p:val>
                                        </p:tav>
                                      </p:tavLst>
                                    </p:anim>
                                    <p:anim calcmode="lin" valueType="num">
                                      <p:cBhvr>
                                        <p:cTn id="34" dur="1000" fill="hold"/>
                                        <p:tgtEl>
                                          <p:spTgt spid="7">
                                            <p:txEl>
                                              <p:pRg st="2" end="2"/>
                                            </p:txEl>
                                          </p:spTgt>
                                        </p:tgtEl>
                                        <p:attrNameLst>
                                          <p:attrName>ppt_h</p:attrName>
                                        </p:attrNameLst>
                                      </p:cBhvr>
                                      <p:tavLst>
                                        <p:tav tm="0">
                                          <p:val>
                                            <p:fltVal val="0"/>
                                          </p:val>
                                        </p:tav>
                                        <p:tav tm="100000">
                                          <p:val>
                                            <p:strVal val="#ppt_h"/>
                                          </p:val>
                                        </p:tav>
                                      </p:tavLst>
                                    </p:anim>
                                    <p:anim calcmode="lin" valueType="num">
                                      <p:cBhvr>
                                        <p:cTn id="35" dur="1000" fill="hold"/>
                                        <p:tgtEl>
                                          <p:spTgt spid="7">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7">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18" presetClass="entr" presetSubtype="12" fill="hold"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Effect transition="in" filter="strips(downLeft)">
                                      <p:cBhvr>
                                        <p:cTn id="41" dur="500"/>
                                        <p:tgtEl>
                                          <p:spTgt spid="8">
                                            <p:txEl>
                                              <p:pRg st="0" end="0"/>
                                            </p:txEl>
                                          </p:spTgt>
                                        </p:tgtEl>
                                      </p:cBhvr>
                                    </p:animEffect>
                                  </p:childTnLst>
                                </p:cTn>
                              </p:par>
                            </p:childTnLst>
                          </p:cTn>
                        </p:par>
                        <p:par>
                          <p:cTn id="42" fill="hold">
                            <p:stCondLst>
                              <p:cond delay="500"/>
                            </p:stCondLst>
                            <p:childTnLst>
                              <p:par>
                                <p:cTn id="43" presetID="24" presetClass="entr" presetSubtype="0" fill="hold" nodeType="after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anim to="" calcmode="lin" valueType="num">
                                      <p:cBhvr>
                                        <p:cTn id="45" dur="1" fill="hold"/>
                                        <p:tgtEl>
                                          <p:spTgt spid="9">
                                            <p:txEl>
                                              <p:pRg st="0" end="0"/>
                                            </p:txEl>
                                          </p:spTgt>
                                        </p:tgtEl>
                                        <p:attrNameLst>
                                          <p:attrName/>
                                        </p:attrNameLst>
                                      </p:cBhvr>
                                    </p:anim>
                                  </p:childTnLst>
                                </p:cTn>
                              </p:par>
                            </p:childTnLst>
                          </p:cTn>
                        </p:par>
                        <p:par>
                          <p:cTn id="46" fill="hold">
                            <p:stCondLst>
                              <p:cond delay="500"/>
                            </p:stCondLst>
                            <p:childTnLst>
                              <p:par>
                                <p:cTn id="47" presetID="24" presetClass="entr" presetSubtype="0" fill="hold" nodeType="after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anim to="" calcmode="lin" valueType="num">
                                      <p:cBhvr>
                                        <p:cTn id="49" dur="1" fill="hold"/>
                                        <p:tgtEl>
                                          <p:spTgt spid="9">
                                            <p:txEl>
                                              <p:pRg st="1" end="1"/>
                                            </p:txEl>
                                          </p:spTgt>
                                        </p:tgtEl>
                                        <p:attrNameLst>
                                          <p:attrName/>
                                        </p:attrNameLst>
                                      </p:cBhvr>
                                    </p:anim>
                                  </p:childTnLst>
                                </p:cTn>
                              </p:par>
                            </p:childTnLst>
                          </p:cTn>
                        </p:par>
                        <p:par>
                          <p:cTn id="50" fill="hold">
                            <p:stCondLst>
                              <p:cond delay="500"/>
                            </p:stCondLst>
                            <p:childTnLst>
                              <p:par>
                                <p:cTn id="51" presetID="24" presetClass="entr" presetSubtype="0" fill="hold" nodeType="afterEffect">
                                  <p:stCondLst>
                                    <p:cond delay="0"/>
                                  </p:stCondLst>
                                  <p:childTnLst>
                                    <p:set>
                                      <p:cBhvr>
                                        <p:cTn id="52" dur="1" fill="hold">
                                          <p:stCondLst>
                                            <p:cond delay="0"/>
                                          </p:stCondLst>
                                        </p:cTn>
                                        <p:tgtEl>
                                          <p:spTgt spid="9">
                                            <p:txEl>
                                              <p:pRg st="2" end="2"/>
                                            </p:txEl>
                                          </p:spTgt>
                                        </p:tgtEl>
                                        <p:attrNameLst>
                                          <p:attrName>style.visibility</p:attrName>
                                        </p:attrNameLst>
                                      </p:cBhvr>
                                      <p:to>
                                        <p:strVal val="visible"/>
                                      </p:to>
                                    </p:set>
                                    <p:anim to="" calcmode="lin" valueType="num">
                                      <p:cBhvr>
                                        <p:cTn id="53" dur="1" fill="hold"/>
                                        <p:tgtEl>
                                          <p:spTgt spid="9">
                                            <p:txEl>
                                              <p:pRg st="2" end="2"/>
                                            </p:txEl>
                                          </p:spTgt>
                                        </p:tgtEl>
                                        <p:attrNameLst>
                                          <p:attrName/>
                                        </p:attrNameLst>
                                      </p:cBhvr>
                                    </p:anim>
                                  </p:childTnLst>
                                </p:cTn>
                              </p:par>
                            </p:childTnLst>
                          </p:cTn>
                        </p:par>
                        <p:par>
                          <p:cTn id="54" fill="hold">
                            <p:stCondLst>
                              <p:cond delay="500"/>
                            </p:stCondLst>
                            <p:childTnLst>
                              <p:par>
                                <p:cTn id="55" presetID="24" presetClass="entr" presetSubtype="0" fill="hold" nodeType="afterEffect">
                                  <p:stCondLst>
                                    <p:cond delay="0"/>
                                  </p:stCondLst>
                                  <p:childTnLst>
                                    <p:set>
                                      <p:cBhvr>
                                        <p:cTn id="56" dur="1" fill="hold">
                                          <p:stCondLst>
                                            <p:cond delay="0"/>
                                          </p:stCondLst>
                                        </p:cTn>
                                        <p:tgtEl>
                                          <p:spTgt spid="9">
                                            <p:txEl>
                                              <p:pRg st="3" end="3"/>
                                            </p:txEl>
                                          </p:spTgt>
                                        </p:tgtEl>
                                        <p:attrNameLst>
                                          <p:attrName>style.visibility</p:attrName>
                                        </p:attrNameLst>
                                      </p:cBhvr>
                                      <p:to>
                                        <p:strVal val="visible"/>
                                      </p:to>
                                    </p:set>
                                    <p:anim to="" calcmode="lin" valueType="num">
                                      <p:cBhvr>
                                        <p:cTn id="57" dur="1" fill="hold"/>
                                        <p:tgtEl>
                                          <p:spTgt spid="9">
                                            <p:txEl>
                                              <p:pRg st="3" end="3"/>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Decision-making and Prudence</a:t>
            </a:r>
          </a:p>
        </p:txBody>
      </p:sp>
      <p:sp>
        <p:nvSpPr>
          <p:cNvPr id="3" name="Content Placeholder 2"/>
          <p:cNvSpPr>
            <a:spLocks noGrp="1"/>
          </p:cNvSpPr>
          <p:nvPr>
            <p:ph idx="1"/>
          </p:nvPr>
        </p:nvSpPr>
        <p:spPr/>
        <p:txBody>
          <a:bodyPr>
            <a:normAutofit fontScale="92500" lnSpcReduction="20000"/>
          </a:bodyPr>
          <a:lstStyle/>
          <a:p>
            <a:r>
              <a:rPr lang="en-GB" dirty="0"/>
              <a:t>A good habit [virtue] which enables us to identify the best way of acting in any given situation</a:t>
            </a:r>
          </a:p>
          <a:p>
            <a:endParaRPr lang="en-GB" dirty="0"/>
          </a:p>
          <a:p>
            <a:r>
              <a:rPr lang="en-GB" dirty="0"/>
              <a:t>Necessary for good decision-making</a:t>
            </a:r>
          </a:p>
          <a:p>
            <a:endParaRPr lang="en-GB" dirty="0"/>
          </a:p>
          <a:p>
            <a:r>
              <a:rPr lang="en-GB" dirty="0"/>
              <a:t>A skill which can be developed over time</a:t>
            </a:r>
          </a:p>
          <a:p>
            <a:endParaRPr lang="en-GB" dirty="0"/>
          </a:p>
          <a:p>
            <a:r>
              <a:rPr lang="en-GB" dirty="0"/>
              <a:t>Requires thought, small decisions, to reach the final main decision – best way of acting</a:t>
            </a:r>
          </a:p>
        </p:txBody>
      </p:sp>
    </p:spTree>
    <p:extLst>
      <p:ext uri="{BB962C8B-B14F-4D97-AF65-F5344CB8AC3E}">
        <p14:creationId xmlns:p14="http://schemas.microsoft.com/office/powerpoint/2010/main" val="3885654293"/>
      </p:ext>
    </p:extLst>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967" y="491702"/>
            <a:ext cx="6187751" cy="1069848"/>
          </a:xfrm>
        </p:spPr>
        <p:txBody>
          <a:bodyPr>
            <a:normAutofit fontScale="90000"/>
          </a:bodyPr>
          <a:lstStyle/>
          <a:p>
            <a:r>
              <a:rPr lang="en-GB" dirty="0"/>
              <a:t>Prudent decisions: engage intellect and will in 10 steps</a:t>
            </a:r>
          </a:p>
        </p:txBody>
      </p:sp>
      <p:sp>
        <p:nvSpPr>
          <p:cNvPr id="3" name="Text Placeholder 2"/>
          <p:cNvSpPr>
            <a:spLocks noGrp="1"/>
          </p:cNvSpPr>
          <p:nvPr>
            <p:ph type="body" idx="1"/>
          </p:nvPr>
        </p:nvSpPr>
        <p:spPr/>
        <p:txBody>
          <a:bodyPr/>
          <a:lstStyle/>
          <a:p>
            <a:r>
              <a:rPr lang="en-GB" b="1" dirty="0"/>
              <a:t>ACTS OF THE INTELLECT</a:t>
            </a:r>
          </a:p>
        </p:txBody>
      </p:sp>
      <p:sp>
        <p:nvSpPr>
          <p:cNvPr id="4" name="Text Placeholder 3"/>
          <p:cNvSpPr>
            <a:spLocks noGrp="1"/>
          </p:cNvSpPr>
          <p:nvPr>
            <p:ph type="body" sz="half" idx="3"/>
          </p:nvPr>
        </p:nvSpPr>
        <p:spPr/>
        <p:txBody>
          <a:bodyPr/>
          <a:lstStyle/>
          <a:p>
            <a:r>
              <a:rPr lang="en-GB" b="1" dirty="0"/>
              <a:t>ACTS OF THE WILL</a:t>
            </a:r>
          </a:p>
        </p:txBody>
      </p:sp>
      <p:sp>
        <p:nvSpPr>
          <p:cNvPr id="5" name="Content Placeholder 4"/>
          <p:cNvSpPr>
            <a:spLocks noGrp="1"/>
          </p:cNvSpPr>
          <p:nvPr>
            <p:ph sz="quarter" idx="2"/>
          </p:nvPr>
        </p:nvSpPr>
        <p:spPr/>
        <p:txBody>
          <a:bodyPr>
            <a:normAutofit/>
          </a:bodyPr>
          <a:lstStyle/>
          <a:p>
            <a:pPr marL="0" indent="0">
              <a:buNone/>
            </a:pPr>
            <a:r>
              <a:rPr lang="en-GB" dirty="0"/>
              <a:t>1. First apprehension of the goal</a:t>
            </a:r>
          </a:p>
          <a:p>
            <a:pPr lvl="1"/>
            <a:r>
              <a:rPr lang="en-GB" dirty="0"/>
              <a:t>Know possible goal</a:t>
            </a:r>
          </a:p>
          <a:p>
            <a:pPr lvl="1"/>
            <a:r>
              <a:rPr lang="en-GB" dirty="0">
                <a:solidFill>
                  <a:srgbClr val="FF0000"/>
                </a:solidFill>
              </a:rPr>
              <a:t>Travel upcountry</a:t>
            </a:r>
          </a:p>
          <a:p>
            <a:pPr marL="457200" lvl="1" indent="0">
              <a:buNone/>
            </a:pPr>
            <a:endParaRPr lang="en-GB" dirty="0">
              <a:solidFill>
                <a:srgbClr val="FF0000"/>
              </a:solidFill>
            </a:endParaRPr>
          </a:p>
          <a:p>
            <a:pPr marL="0" indent="0">
              <a:buNone/>
            </a:pPr>
            <a:r>
              <a:rPr lang="en-GB" dirty="0"/>
              <a:t>3. Judgement on the goal</a:t>
            </a:r>
          </a:p>
          <a:p>
            <a:pPr lvl="1"/>
            <a:r>
              <a:rPr lang="en-GB" dirty="0"/>
              <a:t>Evaluate real possibility of achieving goal</a:t>
            </a:r>
          </a:p>
          <a:p>
            <a:pPr lvl="1"/>
            <a:r>
              <a:rPr lang="en-GB" dirty="0">
                <a:solidFill>
                  <a:srgbClr val="FF0000"/>
                </a:solidFill>
              </a:rPr>
              <a:t>It is possible to travel upcountry </a:t>
            </a:r>
          </a:p>
        </p:txBody>
      </p:sp>
      <p:sp>
        <p:nvSpPr>
          <p:cNvPr id="6" name="Content Placeholder 5"/>
          <p:cNvSpPr>
            <a:spLocks noGrp="1"/>
          </p:cNvSpPr>
          <p:nvPr>
            <p:ph sz="quarter" idx="4"/>
          </p:nvPr>
        </p:nvSpPr>
        <p:spPr/>
        <p:txBody>
          <a:bodyPr>
            <a:normAutofit/>
          </a:bodyPr>
          <a:lstStyle/>
          <a:p>
            <a:pPr marL="0" indent="0">
              <a:buNone/>
            </a:pPr>
            <a:r>
              <a:rPr lang="en-GB" dirty="0"/>
              <a:t>2. Simple volition</a:t>
            </a:r>
          </a:p>
          <a:p>
            <a:pPr lvl="1"/>
            <a:r>
              <a:rPr lang="en-GB" dirty="0"/>
              <a:t>Basic agreement of will</a:t>
            </a:r>
          </a:p>
          <a:p>
            <a:pPr lvl="1"/>
            <a:r>
              <a:rPr lang="en-GB" dirty="0">
                <a:solidFill>
                  <a:srgbClr val="FF0000"/>
                </a:solidFill>
              </a:rPr>
              <a:t>Good idea to go upcountry</a:t>
            </a:r>
          </a:p>
          <a:p>
            <a:pPr marL="457200" lvl="1" indent="0">
              <a:buNone/>
            </a:pPr>
            <a:endParaRPr lang="en-GB" dirty="0">
              <a:solidFill>
                <a:srgbClr val="FF0000"/>
              </a:solidFill>
            </a:endParaRPr>
          </a:p>
          <a:p>
            <a:pPr marL="0" indent="0">
              <a:buNone/>
            </a:pPr>
            <a:r>
              <a:rPr lang="en-GB" dirty="0"/>
              <a:t>4. Intention</a:t>
            </a:r>
          </a:p>
          <a:p>
            <a:pPr lvl="1"/>
            <a:r>
              <a:rPr lang="en-GB" dirty="0"/>
              <a:t>Agreement of will to achieve/reject possible goal</a:t>
            </a:r>
          </a:p>
          <a:p>
            <a:pPr lvl="1"/>
            <a:r>
              <a:rPr lang="en-GB" dirty="0">
                <a:solidFill>
                  <a:srgbClr val="FF0000"/>
                </a:solidFill>
              </a:rPr>
              <a:t>Ok – let’s plan to go upcountry</a:t>
            </a:r>
          </a:p>
        </p:txBody>
      </p:sp>
      <p:sp>
        <p:nvSpPr>
          <p:cNvPr id="9" name="Left-Right Arrow 8"/>
          <p:cNvSpPr/>
          <p:nvPr/>
        </p:nvSpPr>
        <p:spPr>
          <a:xfrm>
            <a:off x="3336260" y="6126163"/>
            <a:ext cx="3043451" cy="484632"/>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66183781"/>
      </p:ext>
    </p:extLst>
  </p:cSld>
  <p:clrMapOvr>
    <a:masterClrMapping/>
  </p:clrMapOvr>
  <p:transition spd="slow">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967" y="491702"/>
            <a:ext cx="6187751" cy="1069848"/>
          </a:xfrm>
        </p:spPr>
        <p:txBody>
          <a:bodyPr>
            <a:normAutofit fontScale="90000"/>
          </a:bodyPr>
          <a:lstStyle/>
          <a:p>
            <a:r>
              <a:rPr lang="en-GB" dirty="0"/>
              <a:t>Prudent decisions: engage intellect and will in 10 steps</a:t>
            </a:r>
          </a:p>
        </p:txBody>
      </p:sp>
      <p:sp>
        <p:nvSpPr>
          <p:cNvPr id="3" name="Text Placeholder 2"/>
          <p:cNvSpPr>
            <a:spLocks noGrp="1"/>
          </p:cNvSpPr>
          <p:nvPr>
            <p:ph type="body" idx="1"/>
          </p:nvPr>
        </p:nvSpPr>
        <p:spPr/>
        <p:txBody>
          <a:bodyPr/>
          <a:lstStyle/>
          <a:p>
            <a:r>
              <a:rPr lang="en-GB" b="1" dirty="0"/>
              <a:t>ACTS OF THE INTELLECT</a:t>
            </a:r>
          </a:p>
        </p:txBody>
      </p:sp>
      <p:sp>
        <p:nvSpPr>
          <p:cNvPr id="4" name="Text Placeholder 3"/>
          <p:cNvSpPr>
            <a:spLocks noGrp="1"/>
          </p:cNvSpPr>
          <p:nvPr>
            <p:ph type="body" sz="half" idx="3"/>
          </p:nvPr>
        </p:nvSpPr>
        <p:spPr/>
        <p:txBody>
          <a:bodyPr/>
          <a:lstStyle/>
          <a:p>
            <a:r>
              <a:rPr lang="en-GB" b="1" dirty="0"/>
              <a:t>ACTS OF THE WILL</a:t>
            </a:r>
          </a:p>
        </p:txBody>
      </p:sp>
      <p:sp>
        <p:nvSpPr>
          <p:cNvPr id="5" name="Content Placeholder 4"/>
          <p:cNvSpPr>
            <a:spLocks noGrp="1"/>
          </p:cNvSpPr>
          <p:nvPr>
            <p:ph sz="quarter" idx="2"/>
          </p:nvPr>
        </p:nvSpPr>
        <p:spPr/>
        <p:txBody>
          <a:bodyPr>
            <a:normAutofit/>
          </a:bodyPr>
          <a:lstStyle/>
          <a:p>
            <a:pPr marL="0" indent="0">
              <a:buNone/>
            </a:pPr>
            <a:r>
              <a:rPr lang="en-GB" dirty="0"/>
              <a:t>5. Deliberation about means = options</a:t>
            </a:r>
          </a:p>
          <a:p>
            <a:pPr lvl="1"/>
            <a:r>
              <a:rPr lang="en-GB" dirty="0"/>
              <a:t>Reflection on various options to achieve goal</a:t>
            </a:r>
          </a:p>
          <a:p>
            <a:pPr lvl="1"/>
            <a:r>
              <a:rPr lang="en-GB" dirty="0">
                <a:solidFill>
                  <a:srgbClr val="FF0000"/>
                </a:solidFill>
              </a:rPr>
              <a:t>Which options are available to go upcountry?</a:t>
            </a:r>
          </a:p>
          <a:p>
            <a:pPr marL="914400" lvl="1" indent="-457200">
              <a:buFont typeface="+mj-lt"/>
              <a:buAutoNum type="arabicPeriod"/>
            </a:pPr>
            <a:r>
              <a:rPr lang="en-GB" dirty="0">
                <a:solidFill>
                  <a:srgbClr val="FF0000"/>
                </a:solidFill>
              </a:rPr>
              <a:t>Walk</a:t>
            </a:r>
          </a:p>
          <a:p>
            <a:pPr marL="914400" lvl="1" indent="-457200">
              <a:buFont typeface="+mj-lt"/>
              <a:buAutoNum type="arabicPeriod"/>
            </a:pPr>
            <a:r>
              <a:rPr lang="en-GB" dirty="0">
                <a:solidFill>
                  <a:srgbClr val="FF0000"/>
                </a:solidFill>
              </a:rPr>
              <a:t>Boda boda</a:t>
            </a:r>
          </a:p>
          <a:p>
            <a:pPr marL="914400" lvl="1" indent="-457200">
              <a:buFont typeface="+mj-lt"/>
              <a:buAutoNum type="arabicPeriod"/>
            </a:pPr>
            <a:r>
              <a:rPr lang="en-GB" dirty="0">
                <a:solidFill>
                  <a:srgbClr val="FF0000"/>
                </a:solidFill>
              </a:rPr>
              <a:t>Bus</a:t>
            </a:r>
          </a:p>
          <a:p>
            <a:pPr marL="914400" lvl="1" indent="-457200">
              <a:buFont typeface="+mj-lt"/>
              <a:buAutoNum type="arabicPeriod"/>
            </a:pPr>
            <a:r>
              <a:rPr lang="en-GB" dirty="0">
                <a:solidFill>
                  <a:srgbClr val="FF0000"/>
                </a:solidFill>
              </a:rPr>
              <a:t>Personal car</a:t>
            </a:r>
          </a:p>
        </p:txBody>
      </p:sp>
      <p:sp>
        <p:nvSpPr>
          <p:cNvPr id="6" name="Content Placeholder 5"/>
          <p:cNvSpPr>
            <a:spLocks noGrp="1"/>
          </p:cNvSpPr>
          <p:nvPr>
            <p:ph sz="quarter" idx="4"/>
          </p:nvPr>
        </p:nvSpPr>
        <p:spPr/>
        <p:txBody>
          <a:bodyPr>
            <a:normAutofit/>
          </a:bodyPr>
          <a:lstStyle/>
          <a:p>
            <a:pPr marL="0" indent="0">
              <a:buNone/>
            </a:pPr>
            <a:r>
              <a:rPr lang="en-GB" dirty="0"/>
              <a:t>6. Consent</a:t>
            </a:r>
          </a:p>
          <a:p>
            <a:pPr lvl="1"/>
            <a:r>
              <a:rPr lang="en-GB" dirty="0"/>
              <a:t>Acceptance / rejection of various specific and possible options</a:t>
            </a:r>
          </a:p>
          <a:p>
            <a:pPr lvl="1"/>
            <a:r>
              <a:rPr lang="en-GB" dirty="0">
                <a:solidFill>
                  <a:srgbClr val="FF0000"/>
                </a:solidFill>
              </a:rPr>
              <a:t>Accept or reject each possible options to go upcountry</a:t>
            </a:r>
          </a:p>
          <a:p>
            <a:pPr marL="914400" lvl="1" indent="-457200">
              <a:buFont typeface="+mj-lt"/>
              <a:buAutoNum type="arabicPeriod"/>
            </a:pPr>
            <a:r>
              <a:rPr lang="en-GB" dirty="0">
                <a:solidFill>
                  <a:srgbClr val="FF0000"/>
                </a:solidFill>
              </a:rPr>
              <a:t>Reject walking</a:t>
            </a:r>
          </a:p>
          <a:p>
            <a:pPr marL="914400" lvl="1" indent="-457200">
              <a:buFont typeface="+mj-lt"/>
              <a:buAutoNum type="arabicPeriod"/>
            </a:pPr>
            <a:r>
              <a:rPr lang="en-GB" dirty="0">
                <a:solidFill>
                  <a:srgbClr val="FF0000"/>
                </a:solidFill>
              </a:rPr>
              <a:t>Reject boda </a:t>
            </a:r>
          </a:p>
          <a:p>
            <a:pPr marL="914400" lvl="1" indent="-457200">
              <a:buFont typeface="+mj-lt"/>
              <a:buAutoNum type="arabicPeriod"/>
            </a:pPr>
            <a:r>
              <a:rPr lang="en-GB" dirty="0">
                <a:solidFill>
                  <a:srgbClr val="FF0000"/>
                </a:solidFill>
              </a:rPr>
              <a:t>Provisionally accept bus</a:t>
            </a:r>
          </a:p>
          <a:p>
            <a:pPr marL="914400" lvl="1" indent="-457200">
              <a:buFont typeface="+mj-lt"/>
              <a:buAutoNum type="arabicPeriod"/>
            </a:pPr>
            <a:r>
              <a:rPr lang="en-GB" dirty="0">
                <a:solidFill>
                  <a:srgbClr val="FF0000"/>
                </a:solidFill>
              </a:rPr>
              <a:t>Provisionally accept car</a:t>
            </a:r>
          </a:p>
        </p:txBody>
      </p:sp>
      <p:sp>
        <p:nvSpPr>
          <p:cNvPr id="9" name="Left-Right Arrow 8"/>
          <p:cNvSpPr/>
          <p:nvPr/>
        </p:nvSpPr>
        <p:spPr>
          <a:xfrm>
            <a:off x="3336260" y="6126163"/>
            <a:ext cx="3043451" cy="484632"/>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258299883"/>
      </p:ext>
    </p:extLst>
  </p:cSld>
  <p:clrMapOvr>
    <a:masterClrMapping/>
  </p:clrMapOvr>
  <p:transition spd="slow">
    <p:randomBar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967" y="491702"/>
            <a:ext cx="6187751" cy="1069848"/>
          </a:xfrm>
        </p:spPr>
        <p:txBody>
          <a:bodyPr>
            <a:normAutofit fontScale="90000"/>
          </a:bodyPr>
          <a:lstStyle/>
          <a:p>
            <a:r>
              <a:rPr lang="en-GB" dirty="0"/>
              <a:t>Prudent decisions: engage intellect and will in 10 steps</a:t>
            </a:r>
          </a:p>
        </p:txBody>
      </p:sp>
      <p:sp>
        <p:nvSpPr>
          <p:cNvPr id="3" name="Text Placeholder 2"/>
          <p:cNvSpPr>
            <a:spLocks noGrp="1"/>
          </p:cNvSpPr>
          <p:nvPr>
            <p:ph type="body" idx="1"/>
          </p:nvPr>
        </p:nvSpPr>
        <p:spPr/>
        <p:txBody>
          <a:bodyPr/>
          <a:lstStyle/>
          <a:p>
            <a:r>
              <a:rPr lang="en-GB" b="1" dirty="0"/>
              <a:t>ACTS OF THE INTELLECT</a:t>
            </a:r>
          </a:p>
        </p:txBody>
      </p:sp>
      <p:sp>
        <p:nvSpPr>
          <p:cNvPr id="4" name="Text Placeholder 3"/>
          <p:cNvSpPr>
            <a:spLocks noGrp="1"/>
          </p:cNvSpPr>
          <p:nvPr>
            <p:ph type="body" sz="half" idx="3"/>
          </p:nvPr>
        </p:nvSpPr>
        <p:spPr/>
        <p:txBody>
          <a:bodyPr/>
          <a:lstStyle/>
          <a:p>
            <a:r>
              <a:rPr lang="en-GB" b="1" dirty="0"/>
              <a:t>ACTS OF THE WILL</a:t>
            </a:r>
          </a:p>
        </p:txBody>
      </p:sp>
      <p:sp>
        <p:nvSpPr>
          <p:cNvPr id="5" name="Content Placeholder 4"/>
          <p:cNvSpPr>
            <a:spLocks noGrp="1"/>
          </p:cNvSpPr>
          <p:nvPr>
            <p:ph sz="quarter" idx="2"/>
          </p:nvPr>
        </p:nvSpPr>
        <p:spPr/>
        <p:txBody>
          <a:bodyPr>
            <a:normAutofit fontScale="77500" lnSpcReduction="20000"/>
          </a:bodyPr>
          <a:lstStyle/>
          <a:p>
            <a:pPr marL="0" indent="0">
              <a:buNone/>
            </a:pPr>
            <a:r>
              <a:rPr lang="en-GB" dirty="0"/>
              <a:t>7. Judgement for choosing</a:t>
            </a:r>
          </a:p>
          <a:p>
            <a:pPr lvl="1"/>
            <a:r>
              <a:rPr lang="en-GB" dirty="0"/>
              <a:t>Identify most appropriate option to achieve goal</a:t>
            </a:r>
          </a:p>
          <a:p>
            <a:pPr lvl="1"/>
            <a:r>
              <a:rPr lang="en-GB" dirty="0">
                <a:solidFill>
                  <a:srgbClr val="FF0000"/>
                </a:solidFill>
              </a:rPr>
              <a:t>Between bus and personal car, which is the best way to go upcountry?</a:t>
            </a:r>
          </a:p>
          <a:p>
            <a:pPr lvl="1"/>
            <a:r>
              <a:rPr lang="en-GB" dirty="0">
                <a:solidFill>
                  <a:srgbClr val="FF0000"/>
                </a:solidFill>
              </a:rPr>
              <a:t>Cost, time, etc.</a:t>
            </a:r>
          </a:p>
          <a:p>
            <a:pPr lvl="1"/>
            <a:r>
              <a:rPr lang="en-GB" dirty="0">
                <a:solidFill>
                  <a:srgbClr val="FF0000"/>
                </a:solidFill>
              </a:rPr>
              <a:t>Judgement: bus is best means</a:t>
            </a:r>
          </a:p>
          <a:p>
            <a:pPr lvl="1"/>
            <a:endParaRPr lang="en-GB" dirty="0">
              <a:solidFill>
                <a:srgbClr val="FF0000"/>
              </a:solidFill>
            </a:endParaRPr>
          </a:p>
          <a:p>
            <a:pPr marL="0" indent="0">
              <a:buNone/>
            </a:pPr>
            <a:r>
              <a:rPr lang="en-GB" dirty="0"/>
              <a:t>9. Command </a:t>
            </a:r>
          </a:p>
          <a:p>
            <a:pPr lvl="1"/>
            <a:r>
              <a:rPr lang="en-GB" dirty="0"/>
              <a:t>Plan how to implement chosen option </a:t>
            </a:r>
          </a:p>
          <a:p>
            <a:pPr lvl="1"/>
            <a:r>
              <a:rPr lang="en-GB" dirty="0">
                <a:solidFill>
                  <a:srgbClr val="FF0000"/>
                </a:solidFill>
              </a:rPr>
              <a:t>Plan to book bus tickets</a:t>
            </a:r>
          </a:p>
          <a:p>
            <a:pPr lvl="1"/>
            <a:r>
              <a:rPr lang="en-GB" dirty="0">
                <a:solidFill>
                  <a:srgbClr val="FF0000"/>
                </a:solidFill>
              </a:rPr>
              <a:t>Plan to get to bus station</a:t>
            </a:r>
          </a:p>
          <a:p>
            <a:pPr lvl="1"/>
            <a:r>
              <a:rPr lang="en-GB" dirty="0">
                <a:solidFill>
                  <a:srgbClr val="FF0000"/>
                </a:solidFill>
              </a:rPr>
              <a:t>Plan to take the bus and go upcountry</a:t>
            </a:r>
          </a:p>
          <a:p>
            <a:pPr lvl="1"/>
            <a:endParaRPr lang="en-GB" dirty="0">
              <a:solidFill>
                <a:srgbClr val="FF0000"/>
              </a:solidFill>
            </a:endParaRPr>
          </a:p>
        </p:txBody>
      </p:sp>
      <p:sp>
        <p:nvSpPr>
          <p:cNvPr id="6" name="Content Placeholder 5"/>
          <p:cNvSpPr>
            <a:spLocks noGrp="1"/>
          </p:cNvSpPr>
          <p:nvPr>
            <p:ph sz="quarter" idx="4"/>
          </p:nvPr>
        </p:nvSpPr>
        <p:spPr/>
        <p:txBody>
          <a:bodyPr>
            <a:normAutofit fontScale="85000" lnSpcReduction="20000"/>
          </a:bodyPr>
          <a:lstStyle/>
          <a:p>
            <a:pPr marL="0" indent="0">
              <a:buNone/>
            </a:pPr>
            <a:r>
              <a:rPr lang="en-GB" dirty="0"/>
              <a:t>8. Choice</a:t>
            </a:r>
          </a:p>
          <a:p>
            <a:pPr lvl="1"/>
            <a:r>
              <a:rPr lang="en-GB" dirty="0"/>
              <a:t>Definitive choice to use a specific means / option to achieve goal</a:t>
            </a:r>
          </a:p>
          <a:p>
            <a:pPr lvl="1"/>
            <a:r>
              <a:rPr lang="en-GB" dirty="0">
                <a:solidFill>
                  <a:srgbClr val="FF0000"/>
                </a:solidFill>
              </a:rPr>
              <a:t>Reject personal car</a:t>
            </a:r>
          </a:p>
          <a:p>
            <a:pPr lvl="1"/>
            <a:r>
              <a:rPr lang="en-GB" dirty="0">
                <a:solidFill>
                  <a:srgbClr val="FF0000"/>
                </a:solidFill>
              </a:rPr>
              <a:t>Choose the bus</a:t>
            </a:r>
          </a:p>
          <a:p>
            <a:pPr lvl="1"/>
            <a:endParaRPr lang="en-GB" dirty="0">
              <a:solidFill>
                <a:srgbClr val="FF0000"/>
              </a:solidFill>
            </a:endParaRPr>
          </a:p>
          <a:p>
            <a:pPr lvl="1"/>
            <a:endParaRPr lang="en-GB" dirty="0">
              <a:solidFill>
                <a:srgbClr val="FF0000"/>
              </a:solidFill>
            </a:endParaRPr>
          </a:p>
          <a:p>
            <a:pPr marL="0" indent="0">
              <a:buNone/>
            </a:pPr>
            <a:r>
              <a:rPr lang="en-GB" dirty="0"/>
              <a:t>10. Active use of will to implement chosen option</a:t>
            </a:r>
          </a:p>
          <a:p>
            <a:pPr lvl="1"/>
            <a:r>
              <a:rPr lang="en-GB" dirty="0">
                <a:solidFill>
                  <a:srgbClr val="FF0000"/>
                </a:solidFill>
              </a:rPr>
              <a:t>Actually book bus tickets</a:t>
            </a:r>
          </a:p>
          <a:p>
            <a:pPr lvl="1"/>
            <a:r>
              <a:rPr lang="en-GB" dirty="0">
                <a:solidFill>
                  <a:srgbClr val="FF0000"/>
                </a:solidFill>
              </a:rPr>
              <a:t>Actually get to bus station</a:t>
            </a:r>
          </a:p>
          <a:p>
            <a:pPr lvl="1"/>
            <a:r>
              <a:rPr lang="en-GB" dirty="0">
                <a:solidFill>
                  <a:srgbClr val="FF0000"/>
                </a:solidFill>
              </a:rPr>
              <a:t>Actually take the bus and go upcountry</a:t>
            </a:r>
          </a:p>
          <a:p>
            <a:pPr lvl="1"/>
            <a:endParaRPr lang="en-GB" dirty="0">
              <a:solidFill>
                <a:srgbClr val="FF0000"/>
              </a:solidFill>
            </a:endParaRPr>
          </a:p>
        </p:txBody>
      </p:sp>
      <p:sp>
        <p:nvSpPr>
          <p:cNvPr id="7" name="TextBox 6"/>
          <p:cNvSpPr txBox="1"/>
          <p:nvPr/>
        </p:nvSpPr>
        <p:spPr>
          <a:xfrm>
            <a:off x="1842865" y="6365141"/>
            <a:ext cx="6401240" cy="369332"/>
          </a:xfrm>
          <a:prstGeom prst="rect">
            <a:avLst/>
          </a:prstGeom>
          <a:noFill/>
        </p:spPr>
        <p:txBody>
          <a:bodyPr wrap="none" rtlCol="0">
            <a:spAutoFit/>
          </a:bodyPr>
          <a:lstStyle/>
          <a:p>
            <a:r>
              <a:rPr lang="en-GB" b="1" dirty="0"/>
              <a:t>OUTCOME = END GOAL OBTAINED</a:t>
            </a:r>
            <a:r>
              <a:rPr lang="en-GB" b="1" dirty="0">
                <a:solidFill>
                  <a:srgbClr val="FF0000"/>
                </a:solidFill>
              </a:rPr>
              <a:t>: ENJOY THE VISIT UPCOUNTRY</a:t>
            </a:r>
          </a:p>
        </p:txBody>
      </p:sp>
      <p:sp>
        <p:nvSpPr>
          <p:cNvPr id="8" name="Left-Right Arrow 7"/>
          <p:cNvSpPr/>
          <p:nvPr/>
        </p:nvSpPr>
        <p:spPr>
          <a:xfrm>
            <a:off x="3368288" y="5826762"/>
            <a:ext cx="1973469" cy="390760"/>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38181292"/>
      </p:ext>
    </p:extLst>
  </p:cSld>
  <p:clrMapOvr>
    <a:masterClrMapping/>
  </p:clrMapOvr>
  <p:transition spd="slow">
    <p:randomBar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Groupwork: 10-step analysis</a:t>
            </a:r>
          </a:p>
        </p:txBody>
      </p:sp>
      <p:sp>
        <p:nvSpPr>
          <p:cNvPr id="2" name="Text Placeholder 1"/>
          <p:cNvSpPr>
            <a:spLocks noGrp="1"/>
          </p:cNvSpPr>
          <p:nvPr>
            <p:ph idx="1"/>
          </p:nvPr>
        </p:nvSpPr>
        <p:spPr/>
        <p:txBody>
          <a:bodyPr>
            <a:normAutofit/>
          </a:bodyPr>
          <a:lstStyle/>
          <a:p>
            <a:r>
              <a:rPr lang="en-US" dirty="0"/>
              <a:t>Apply the 10 steps using intellect and will to </a:t>
            </a:r>
            <a:r>
              <a:rPr lang="en-US" dirty="0" err="1"/>
              <a:t>Mr</a:t>
            </a:r>
            <a:r>
              <a:rPr lang="en-US" dirty="0"/>
              <a:t> Troy’s situation in the Stealing Company Data case to identify the most prudent way to respond to the problem of losing his job</a:t>
            </a:r>
          </a:p>
          <a:p>
            <a:endParaRPr lang="en-US" dirty="0"/>
          </a:p>
          <a:p>
            <a:r>
              <a:rPr lang="en-US" dirty="0"/>
              <a:t>Share in class</a:t>
            </a:r>
          </a:p>
          <a:p>
            <a:pPr lvl="1"/>
            <a:endParaRPr lang="en-US" dirty="0"/>
          </a:p>
        </p:txBody>
      </p:sp>
    </p:spTree>
    <p:extLst>
      <p:ext uri="{BB962C8B-B14F-4D97-AF65-F5344CB8AC3E}">
        <p14:creationId xmlns:p14="http://schemas.microsoft.com/office/powerpoint/2010/main" val="1928303010"/>
      </p:ext>
    </p:extLst>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967" y="491702"/>
            <a:ext cx="6187751" cy="1069848"/>
          </a:xfrm>
        </p:spPr>
        <p:txBody>
          <a:bodyPr>
            <a:normAutofit fontScale="90000"/>
          </a:bodyPr>
          <a:lstStyle/>
          <a:p>
            <a:r>
              <a:rPr lang="en-GB" dirty="0"/>
              <a:t>10 step analysis for prudent decision-making</a:t>
            </a:r>
          </a:p>
        </p:txBody>
      </p:sp>
      <p:sp>
        <p:nvSpPr>
          <p:cNvPr id="3" name="Text Placeholder 2"/>
          <p:cNvSpPr>
            <a:spLocks noGrp="1"/>
          </p:cNvSpPr>
          <p:nvPr>
            <p:ph type="body" idx="1"/>
          </p:nvPr>
        </p:nvSpPr>
        <p:spPr/>
        <p:txBody>
          <a:bodyPr/>
          <a:lstStyle/>
          <a:p>
            <a:r>
              <a:rPr lang="en-GB" b="1" dirty="0"/>
              <a:t>ACTS OF THE INTELLECT</a:t>
            </a:r>
          </a:p>
        </p:txBody>
      </p:sp>
      <p:sp>
        <p:nvSpPr>
          <p:cNvPr id="4" name="Text Placeholder 3"/>
          <p:cNvSpPr>
            <a:spLocks noGrp="1"/>
          </p:cNvSpPr>
          <p:nvPr>
            <p:ph type="body" sz="half" idx="3"/>
          </p:nvPr>
        </p:nvSpPr>
        <p:spPr/>
        <p:txBody>
          <a:bodyPr/>
          <a:lstStyle/>
          <a:p>
            <a:r>
              <a:rPr lang="en-GB" b="1" dirty="0"/>
              <a:t>ACTS OF THE WILL</a:t>
            </a:r>
          </a:p>
        </p:txBody>
      </p:sp>
      <p:sp>
        <p:nvSpPr>
          <p:cNvPr id="5" name="Content Placeholder 4"/>
          <p:cNvSpPr>
            <a:spLocks noGrp="1"/>
          </p:cNvSpPr>
          <p:nvPr>
            <p:ph sz="quarter" idx="2"/>
          </p:nvPr>
        </p:nvSpPr>
        <p:spPr/>
        <p:txBody>
          <a:bodyPr>
            <a:normAutofit fontScale="85000" lnSpcReduction="20000"/>
          </a:bodyPr>
          <a:lstStyle/>
          <a:p>
            <a:pPr marL="0" indent="0">
              <a:buNone/>
            </a:pPr>
            <a:r>
              <a:rPr lang="en-GB" b="1" dirty="0"/>
              <a:t>1. First apprehension of the goal</a:t>
            </a:r>
          </a:p>
          <a:p>
            <a:pPr lvl="1"/>
            <a:r>
              <a:rPr lang="en-GB" b="1" dirty="0"/>
              <a:t>Know possible goal</a:t>
            </a:r>
          </a:p>
          <a:p>
            <a:pPr marL="0" indent="0">
              <a:buNone/>
            </a:pPr>
            <a:r>
              <a:rPr lang="en-GB" b="1" dirty="0"/>
              <a:t>3. Judgement on the goal</a:t>
            </a:r>
          </a:p>
          <a:p>
            <a:pPr lvl="1"/>
            <a:r>
              <a:rPr lang="en-GB" b="1" dirty="0"/>
              <a:t>Evaluate real possibility of achieving goal</a:t>
            </a:r>
          </a:p>
          <a:p>
            <a:pPr marL="0" indent="0">
              <a:buNone/>
            </a:pPr>
            <a:r>
              <a:rPr lang="en-GB" b="1" dirty="0"/>
              <a:t>5. Deliberation about means</a:t>
            </a:r>
          </a:p>
          <a:p>
            <a:pPr lvl="1"/>
            <a:r>
              <a:rPr lang="en-GB" b="1" dirty="0"/>
              <a:t>Reflection on best means to achieve goal</a:t>
            </a:r>
          </a:p>
          <a:p>
            <a:pPr marL="0" indent="0">
              <a:buNone/>
            </a:pPr>
            <a:r>
              <a:rPr lang="en-GB" b="1" dirty="0"/>
              <a:t>7. Judgement for choosing</a:t>
            </a:r>
          </a:p>
          <a:p>
            <a:pPr lvl="1"/>
            <a:r>
              <a:rPr lang="en-GB" b="1" dirty="0"/>
              <a:t>Identification of most appropriate means</a:t>
            </a:r>
          </a:p>
          <a:p>
            <a:pPr marL="0" indent="0">
              <a:buNone/>
            </a:pPr>
            <a:r>
              <a:rPr lang="en-GB" b="1" dirty="0"/>
              <a:t>9. Command </a:t>
            </a:r>
          </a:p>
          <a:p>
            <a:pPr lvl="1"/>
            <a:r>
              <a:rPr lang="en-GB" b="1" dirty="0"/>
              <a:t>Plan how to implement means to achieve goal</a:t>
            </a:r>
          </a:p>
        </p:txBody>
      </p:sp>
      <p:sp>
        <p:nvSpPr>
          <p:cNvPr id="6" name="Content Placeholder 5"/>
          <p:cNvSpPr>
            <a:spLocks noGrp="1"/>
          </p:cNvSpPr>
          <p:nvPr>
            <p:ph sz="quarter" idx="4"/>
          </p:nvPr>
        </p:nvSpPr>
        <p:spPr/>
        <p:txBody>
          <a:bodyPr>
            <a:normAutofit fontScale="85000" lnSpcReduction="20000"/>
          </a:bodyPr>
          <a:lstStyle/>
          <a:p>
            <a:pPr marL="0" indent="0">
              <a:buNone/>
            </a:pPr>
            <a:r>
              <a:rPr lang="en-GB" b="1" dirty="0"/>
              <a:t>2. Simple volition</a:t>
            </a:r>
          </a:p>
          <a:p>
            <a:pPr lvl="1"/>
            <a:r>
              <a:rPr lang="en-GB" b="1" dirty="0"/>
              <a:t>Basic agreement of will</a:t>
            </a:r>
          </a:p>
          <a:p>
            <a:pPr marL="0" indent="0">
              <a:buNone/>
            </a:pPr>
            <a:r>
              <a:rPr lang="en-GB" b="1" dirty="0"/>
              <a:t>4. Intention</a:t>
            </a:r>
          </a:p>
          <a:p>
            <a:pPr lvl="1"/>
            <a:r>
              <a:rPr lang="en-GB" b="1" dirty="0"/>
              <a:t>Agreement of will to achieve/reject possible goal</a:t>
            </a:r>
          </a:p>
          <a:p>
            <a:pPr marL="0" indent="0">
              <a:buNone/>
            </a:pPr>
            <a:r>
              <a:rPr lang="en-GB" b="1" dirty="0"/>
              <a:t>6. Consent</a:t>
            </a:r>
          </a:p>
          <a:p>
            <a:pPr lvl="1"/>
            <a:r>
              <a:rPr lang="en-GB" b="1" dirty="0"/>
              <a:t>Acceptance / rejection of various specific and possible means</a:t>
            </a:r>
          </a:p>
          <a:p>
            <a:pPr marL="0" indent="0">
              <a:buNone/>
            </a:pPr>
            <a:r>
              <a:rPr lang="en-GB" b="1" dirty="0"/>
              <a:t>8. Choice</a:t>
            </a:r>
          </a:p>
          <a:p>
            <a:pPr lvl="1"/>
            <a:r>
              <a:rPr lang="en-GB" b="1" dirty="0"/>
              <a:t>Definitive decision to achieve goal</a:t>
            </a:r>
          </a:p>
          <a:p>
            <a:pPr marL="0" indent="0">
              <a:buNone/>
            </a:pPr>
            <a:r>
              <a:rPr lang="en-GB" b="1" dirty="0"/>
              <a:t>10. Active use of will to achieve the goal</a:t>
            </a:r>
          </a:p>
        </p:txBody>
      </p:sp>
      <p:sp>
        <p:nvSpPr>
          <p:cNvPr id="7" name="TextBox 6"/>
          <p:cNvSpPr txBox="1"/>
          <p:nvPr/>
        </p:nvSpPr>
        <p:spPr>
          <a:xfrm>
            <a:off x="3125755" y="6206803"/>
            <a:ext cx="2701893" cy="400110"/>
          </a:xfrm>
          <a:prstGeom prst="rect">
            <a:avLst/>
          </a:prstGeom>
          <a:noFill/>
        </p:spPr>
        <p:txBody>
          <a:bodyPr wrap="none" rtlCol="0">
            <a:spAutoFit/>
          </a:bodyPr>
          <a:lstStyle/>
          <a:p>
            <a:r>
              <a:rPr lang="en-GB" sz="2000" b="1" dirty="0"/>
              <a:t>Enjoy the goal obtained</a:t>
            </a:r>
          </a:p>
        </p:txBody>
      </p:sp>
    </p:spTree>
    <p:extLst>
      <p:ext uri="{BB962C8B-B14F-4D97-AF65-F5344CB8AC3E}">
        <p14:creationId xmlns:p14="http://schemas.microsoft.com/office/powerpoint/2010/main" val="2725639603"/>
      </p:ext>
    </p:extLst>
  </p:cSld>
  <p:clrMapOvr>
    <a:masterClrMapping/>
  </p:clrMapOvr>
  <p:transition spd="slow">
    <p:randomBar dir="vert"/>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F5A5072-7B47-4D32-B52A-4EBBF590B8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715DAF0-AE1B-46C9-8A6B-DB2AA05AB9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016219D-510E-4184-9090-6D5578A87B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AFF4A713-7B75-4B21-90D7-5AB19547C7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DC631C0B-6DA6-4E57-8231-CE32B3434A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C29501E6-A978-4A61-9689-9085AF97A53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Title 6">
            <a:extLst>
              <a:ext uri="{FF2B5EF4-FFF2-40B4-BE49-F238E27FC236}">
                <a16:creationId xmlns:a16="http://schemas.microsoft.com/office/drawing/2014/main" id="{B70CDE53-6098-4321-4087-7E88BAAA8E2C}"/>
              </a:ext>
            </a:extLst>
          </p:cNvPr>
          <p:cNvSpPr>
            <a:spLocks noGrp="1"/>
          </p:cNvSpPr>
          <p:nvPr>
            <p:ph type="title"/>
          </p:nvPr>
        </p:nvSpPr>
        <p:spPr>
          <a:xfrm>
            <a:off x="986118" y="735106"/>
            <a:ext cx="7540322" cy="2928470"/>
          </a:xfrm>
        </p:spPr>
        <p:txBody>
          <a:bodyPr vert="horz" lIns="91440" tIns="45720" rIns="91440" bIns="45720" rtlCol="0" anchor="b">
            <a:normAutofit/>
          </a:bodyPr>
          <a:lstStyle/>
          <a:p>
            <a:pPr defTabSz="914400">
              <a:lnSpc>
                <a:spcPct val="90000"/>
              </a:lnSpc>
            </a:pPr>
            <a:r>
              <a:rPr lang="en-US" sz="4200" kern="1200" dirty="0">
                <a:solidFill>
                  <a:srgbClr val="FFFFFF"/>
                </a:solidFill>
                <a:latin typeface="+mj-lt"/>
                <a:ea typeface="+mj-ea"/>
                <a:cs typeface="+mj-cs"/>
              </a:rPr>
              <a:t>Impediments to knowledge and modifications of free will</a:t>
            </a:r>
          </a:p>
        </p:txBody>
      </p:sp>
      <p:sp>
        <p:nvSpPr>
          <p:cNvPr id="8" name="Text Placeholder 7">
            <a:extLst>
              <a:ext uri="{FF2B5EF4-FFF2-40B4-BE49-F238E27FC236}">
                <a16:creationId xmlns:a16="http://schemas.microsoft.com/office/drawing/2014/main" id="{3EC8C3CF-3772-5B2E-62B2-F0852AD65FB6}"/>
              </a:ext>
            </a:extLst>
          </p:cNvPr>
          <p:cNvSpPr>
            <a:spLocks noGrp="1"/>
          </p:cNvSpPr>
          <p:nvPr>
            <p:ph type="body" idx="1"/>
          </p:nvPr>
        </p:nvSpPr>
        <p:spPr>
          <a:xfrm>
            <a:off x="1013011" y="4870824"/>
            <a:ext cx="7504463" cy="1458258"/>
          </a:xfrm>
        </p:spPr>
        <p:txBody>
          <a:bodyPr vert="horz" lIns="91440" tIns="45720" rIns="91440" bIns="45720" rtlCol="0" anchor="ctr">
            <a:normAutofit/>
          </a:bodyPr>
          <a:lstStyle/>
          <a:p>
            <a:pPr defTabSz="914400">
              <a:lnSpc>
                <a:spcPct val="90000"/>
              </a:lnSpc>
              <a:spcBef>
                <a:spcPts val="1000"/>
              </a:spcBef>
            </a:pPr>
            <a:endParaRPr lang="en-US" sz="2400" kern="1200" dirty="0">
              <a:solidFill>
                <a:schemeClr val="tx1"/>
              </a:solidFill>
              <a:latin typeface="+mn-lt"/>
              <a:ea typeface="+mn-ea"/>
              <a:cs typeface="+mn-cs"/>
            </a:endParaRPr>
          </a:p>
        </p:txBody>
      </p:sp>
    </p:spTree>
    <p:extLst>
      <p:ext uri="{BB962C8B-B14F-4D97-AF65-F5344CB8AC3E}">
        <p14:creationId xmlns:p14="http://schemas.microsoft.com/office/powerpoint/2010/main" val="8039272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6C58D0-0862-98AA-384C-6C9CBDAA7E01}"/>
              </a:ext>
            </a:extLst>
          </p:cNvPr>
          <p:cNvSpPr>
            <a:spLocks noGrp="1"/>
          </p:cNvSpPr>
          <p:nvPr>
            <p:ph type="title"/>
          </p:nvPr>
        </p:nvSpPr>
        <p:spPr/>
        <p:txBody>
          <a:bodyPr/>
          <a:lstStyle/>
          <a:p>
            <a:r>
              <a:rPr lang="en-GB" dirty="0"/>
              <a:t>Freedom and responsibility in human actions</a:t>
            </a:r>
          </a:p>
        </p:txBody>
      </p:sp>
      <p:sp>
        <p:nvSpPr>
          <p:cNvPr id="5" name="Content Placeholder 4">
            <a:extLst>
              <a:ext uri="{FF2B5EF4-FFF2-40B4-BE49-F238E27FC236}">
                <a16:creationId xmlns:a16="http://schemas.microsoft.com/office/drawing/2014/main" id="{6D32D2AC-DF83-125C-D7C0-40C0B97793A3}"/>
              </a:ext>
            </a:extLst>
          </p:cNvPr>
          <p:cNvSpPr>
            <a:spLocks noGrp="1"/>
          </p:cNvSpPr>
          <p:nvPr>
            <p:ph idx="1"/>
          </p:nvPr>
        </p:nvSpPr>
        <p:spPr/>
        <p:txBody>
          <a:bodyPr>
            <a:normAutofit lnSpcReduction="10000"/>
          </a:bodyPr>
          <a:lstStyle/>
          <a:p>
            <a:r>
              <a:rPr lang="en-GB" dirty="0"/>
              <a:t>In principle, we are responsible for the human actions we carry out knowingly and willingly</a:t>
            </a:r>
          </a:p>
          <a:p>
            <a:endParaRPr lang="en-GB" dirty="0"/>
          </a:p>
          <a:p>
            <a:r>
              <a:rPr lang="en-GB" dirty="0"/>
              <a:t>We know what we are doing and we want to do it</a:t>
            </a:r>
          </a:p>
          <a:p>
            <a:endParaRPr lang="en-GB" dirty="0"/>
          </a:p>
          <a:p>
            <a:r>
              <a:rPr lang="en-GB" dirty="0"/>
              <a:t>So we can be held accountable for these actions</a:t>
            </a:r>
          </a:p>
          <a:p>
            <a:pPr lvl="1"/>
            <a:r>
              <a:rPr lang="en-GB" dirty="0"/>
              <a:t>We are responsible for them</a:t>
            </a:r>
          </a:p>
        </p:txBody>
      </p:sp>
    </p:spTree>
    <p:extLst>
      <p:ext uri="{BB962C8B-B14F-4D97-AF65-F5344CB8AC3E}">
        <p14:creationId xmlns:p14="http://schemas.microsoft.com/office/powerpoint/2010/main" val="735339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FA697-B714-1510-581B-DE0D390333F0}"/>
              </a:ext>
            </a:extLst>
          </p:cNvPr>
          <p:cNvSpPr>
            <a:spLocks noGrp="1"/>
          </p:cNvSpPr>
          <p:nvPr>
            <p:ph type="title"/>
          </p:nvPr>
        </p:nvSpPr>
        <p:spPr/>
        <p:txBody>
          <a:bodyPr/>
          <a:lstStyle/>
          <a:p>
            <a:r>
              <a:rPr lang="en-GB" dirty="0"/>
              <a:t>Modification of freedom and responsibility </a:t>
            </a:r>
          </a:p>
        </p:txBody>
      </p:sp>
      <p:sp>
        <p:nvSpPr>
          <p:cNvPr id="3" name="Content Placeholder 2">
            <a:extLst>
              <a:ext uri="{FF2B5EF4-FFF2-40B4-BE49-F238E27FC236}">
                <a16:creationId xmlns:a16="http://schemas.microsoft.com/office/drawing/2014/main" id="{41B5806B-67F5-8A14-ECA0-E25F05D0F70E}"/>
              </a:ext>
            </a:extLst>
          </p:cNvPr>
          <p:cNvSpPr>
            <a:spLocks noGrp="1"/>
          </p:cNvSpPr>
          <p:nvPr>
            <p:ph idx="1"/>
          </p:nvPr>
        </p:nvSpPr>
        <p:spPr/>
        <p:txBody>
          <a:bodyPr/>
          <a:lstStyle/>
          <a:p>
            <a:r>
              <a:rPr lang="en-GB" dirty="0"/>
              <a:t>In some circumstances, the levels of knowledge and free will in human actions may vary</a:t>
            </a:r>
          </a:p>
          <a:p>
            <a:endParaRPr lang="en-GB" dirty="0"/>
          </a:p>
          <a:p>
            <a:r>
              <a:rPr lang="en-GB" dirty="0"/>
              <a:t>This can reduce or nullify our freedom in carrying out the action</a:t>
            </a:r>
          </a:p>
          <a:p>
            <a:endParaRPr lang="en-GB" dirty="0"/>
          </a:p>
          <a:p>
            <a:r>
              <a:rPr lang="en-GB" dirty="0"/>
              <a:t>Thus modifying or nullifying our responsibility for the action</a:t>
            </a:r>
          </a:p>
        </p:txBody>
      </p:sp>
    </p:spTree>
    <p:extLst>
      <p:ext uri="{BB962C8B-B14F-4D97-AF65-F5344CB8AC3E}">
        <p14:creationId xmlns:p14="http://schemas.microsoft.com/office/powerpoint/2010/main" val="1622887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EB517B-AEA7-A250-D7BB-EF3174734341}"/>
              </a:ext>
            </a:extLst>
          </p:cNvPr>
          <p:cNvSpPr>
            <a:spLocks noGrp="1"/>
          </p:cNvSpPr>
          <p:nvPr>
            <p:ph type="title"/>
          </p:nvPr>
        </p:nvSpPr>
        <p:spPr>
          <a:xfrm>
            <a:off x="1063466" y="547195"/>
            <a:ext cx="5389604" cy="787847"/>
          </a:xfrm>
        </p:spPr>
        <p:txBody>
          <a:bodyPr anchor="ctr">
            <a:normAutofit fontScale="90000"/>
          </a:bodyPr>
          <a:lstStyle/>
          <a:p>
            <a:r>
              <a:rPr lang="en-GB" dirty="0"/>
              <a:t>Key modifying circumstances</a:t>
            </a:r>
          </a:p>
        </p:txBody>
      </p:sp>
      <p:graphicFrame>
        <p:nvGraphicFramePr>
          <p:cNvPr id="7" name="Content Placeholder 4">
            <a:extLst>
              <a:ext uri="{FF2B5EF4-FFF2-40B4-BE49-F238E27FC236}">
                <a16:creationId xmlns:a16="http://schemas.microsoft.com/office/drawing/2014/main" id="{4B8BE85D-9800-2EA9-9FB4-08954B502633}"/>
              </a:ext>
            </a:extLst>
          </p:cNvPr>
          <p:cNvGraphicFramePr>
            <a:graphicFrameLocks noGrp="1"/>
          </p:cNvGraphicFramePr>
          <p:nvPr>
            <p:ph idx="1"/>
            <p:extLst>
              <p:ext uri="{D42A27DB-BD31-4B8C-83A1-F6EECF244321}">
                <p14:modId xmlns:p14="http://schemas.microsoft.com/office/powerpoint/2010/main" val="1240152082"/>
              </p:ext>
            </p:extLst>
          </p:nvPr>
        </p:nvGraphicFramePr>
        <p:xfrm>
          <a:off x="1063466" y="1600200"/>
          <a:ext cx="7623334" cy="4911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45C0175C-8E16-2E2A-57CB-F2AA9DCCB8A2}"/>
              </a:ext>
            </a:extLst>
          </p:cNvPr>
          <p:cNvSpPr txBox="1"/>
          <p:nvPr/>
        </p:nvSpPr>
        <p:spPr>
          <a:xfrm>
            <a:off x="4194333" y="5435621"/>
            <a:ext cx="4372723" cy="1200329"/>
          </a:xfrm>
          <a:prstGeom prst="rect">
            <a:avLst/>
          </a:prstGeom>
          <a:noFill/>
        </p:spPr>
        <p:txBody>
          <a:bodyPr wrap="square" rtlCol="0">
            <a:spAutoFit/>
          </a:bodyPr>
          <a:lstStyle/>
          <a:p>
            <a:r>
              <a:rPr lang="en-GB" b="1" dirty="0"/>
              <a:t>Find out about the assigned circumstance and explain how it can affect the levels of freedom and responsibility for our actions</a:t>
            </a:r>
          </a:p>
          <a:p>
            <a:r>
              <a:rPr lang="en-GB" b="1" dirty="0"/>
              <a:t>using a specific example</a:t>
            </a:r>
          </a:p>
        </p:txBody>
      </p:sp>
    </p:spTree>
    <p:extLst>
      <p:ext uri="{BB962C8B-B14F-4D97-AF65-F5344CB8AC3E}">
        <p14:creationId xmlns:p14="http://schemas.microsoft.com/office/powerpoint/2010/main" val="31194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TotalTime>
  <Words>1988</Words>
  <Application>Microsoft Office PowerPoint</Application>
  <PresentationFormat>On-screen Show (4:3)</PresentationFormat>
  <Paragraphs>312</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Frutiger LT Std 45 Light</vt:lpstr>
      <vt:lpstr>Frutiger LT Std 55 Roman</vt:lpstr>
      <vt:lpstr>Office Theme</vt:lpstr>
      <vt:lpstr>PowerPoint Presentation</vt:lpstr>
      <vt:lpstr>Learning Outcomes</vt:lpstr>
      <vt:lpstr>Overview</vt:lpstr>
      <vt:lpstr>Case</vt:lpstr>
      <vt:lpstr>Characteristics of human actions</vt:lpstr>
      <vt:lpstr>What is a voluntary act?</vt:lpstr>
      <vt:lpstr>The voluntary act as an intentional act</vt:lpstr>
      <vt:lpstr>Characteristics of the  voluntary act</vt:lpstr>
      <vt:lpstr>Explanation</vt:lpstr>
      <vt:lpstr>Explanation</vt:lpstr>
      <vt:lpstr>Individually or in pairs</vt:lpstr>
      <vt:lpstr>Types of Voluntary Acts</vt:lpstr>
      <vt:lpstr>Types of Voluntary Acts</vt:lpstr>
      <vt:lpstr>Types of Voluntary Acts</vt:lpstr>
      <vt:lpstr>Activity</vt:lpstr>
      <vt:lpstr>Prudent decision-making</vt:lpstr>
      <vt:lpstr>Main issue</vt:lpstr>
      <vt:lpstr>Reflection</vt:lpstr>
      <vt:lpstr>Think and Write</vt:lpstr>
      <vt:lpstr>At a basic level</vt:lpstr>
      <vt:lpstr>Object of the human intellect</vt:lpstr>
      <vt:lpstr>Object of the human will </vt:lpstr>
      <vt:lpstr>Object of the Will</vt:lpstr>
      <vt:lpstr>Example</vt:lpstr>
      <vt:lpstr>Intellect and will in decision making</vt:lpstr>
      <vt:lpstr>Decision-making and Prudence</vt:lpstr>
      <vt:lpstr>Prudent decisions: engage intellect and will in 10 steps</vt:lpstr>
      <vt:lpstr>Prudent decisions: engage intellect and will in 10 steps</vt:lpstr>
      <vt:lpstr>Prudent decisions: engage intellect and will in 10 steps</vt:lpstr>
      <vt:lpstr>Groupwork: 10-step analysis</vt:lpstr>
      <vt:lpstr>10 step analysis for prudent decision-making</vt:lpstr>
      <vt:lpstr>Impediments to knowledge and modifications of free will</vt:lpstr>
      <vt:lpstr>Freedom and responsibility in human actions</vt:lpstr>
      <vt:lpstr>Modification of freedom and responsibility </vt:lpstr>
      <vt:lpstr>Key modifying circumstances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Janet Karani</dc:creator>
  <cp:lastModifiedBy>user</cp:lastModifiedBy>
  <cp:revision>11</cp:revision>
  <dcterms:created xsi:type="dcterms:W3CDTF">2015-09-18T12:15:03Z</dcterms:created>
  <dcterms:modified xsi:type="dcterms:W3CDTF">2024-06-12T16:11:26Z</dcterms:modified>
</cp:coreProperties>
</file>