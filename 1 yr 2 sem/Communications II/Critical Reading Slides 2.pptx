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7" r:id="rId7"/>
    <p:sldMasterId id="2147483658" r:id="rId8"/>
    <p:sldMasterId id="2147483659" r:id="rId9"/>
    <p:sldMasterId id="2147483660" r:id="rId10"/>
    <p:sldMasterId id="2147483661" r:id="rId11"/>
    <p:sldMasterId id="2147483662"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Lst>
  <p:sldSz cx="9144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511920"/>
            <a:ext cx="7772040" cy="914040"/>
          </a:xfrm>
          <a:prstGeom prst="rect">
            <a:avLst/>
          </a:prstGeom>
          <a:noFill/>
          <a:ln w="0">
            <a:noFill/>
          </a:ln>
        </p:spPr>
        <p:txBody>
          <a:bodyPr lIns="0" rIns="0" tIns="0" bIns="0" anchor="ctr">
            <a:noAutofit/>
          </a:bodyPr>
          <a:p>
            <a:pPr indent="0">
              <a:buNone/>
            </a:pPr>
            <a:endParaRPr b="0" lang="en-US" sz="1800" strike="noStrike" u="none">
              <a:solidFill>
                <a:schemeClr val="lt1"/>
              </a:solidFill>
              <a:uFillTx/>
              <a:latin typeface="Corbel"/>
            </a:endParaRPr>
          </a:p>
        </p:txBody>
      </p:sp>
      <p:sp>
        <p:nvSpPr>
          <p:cNvPr id="23" name="PlaceHolder 2"/>
          <p:cNvSpPr>
            <a:spLocks noGrp="1"/>
          </p:cNvSpPr>
          <p:nvPr>
            <p:ph/>
          </p:nvPr>
        </p:nvSpPr>
        <p:spPr>
          <a:xfrm>
            <a:off x="914400" y="1783440"/>
            <a:ext cx="7772040" cy="4571640"/>
          </a:xfrm>
          <a:prstGeom prst="rect">
            <a:avLst/>
          </a:prstGeom>
          <a:noFill/>
          <a:ln w="0">
            <a:noFill/>
          </a:ln>
        </p:spPr>
        <p:txBody>
          <a:bodyPr lIns="0" rIns="0" tIns="0" bIns="0" anchor="t">
            <a:normAutofit/>
          </a:bodyPr>
          <a:p>
            <a:pPr indent="0">
              <a:spcBef>
                <a:spcPts val="1417"/>
              </a:spcBef>
              <a:buNone/>
            </a:pPr>
            <a:endParaRPr b="0" lang="en-US" sz="3000" strike="noStrike" u="none">
              <a:solidFill>
                <a:schemeClr val="lt1"/>
              </a:solidFill>
              <a:uFillTx/>
              <a:latin typeface="Corbe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3541534-7883-4787-B181-C61915E2F4D4}"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38" name="PlaceHolder 1"/>
          <p:cNvSpPr>
            <a:spLocks noGrp="1"/>
          </p:cNvSpPr>
          <p:nvPr>
            <p:ph type="title"/>
          </p:nvPr>
        </p:nvSpPr>
        <p:spPr>
          <a:xfrm>
            <a:off x="914400" y="511920"/>
            <a:ext cx="7772040" cy="914040"/>
          </a:xfrm>
          <a:prstGeom prst="rect">
            <a:avLst/>
          </a:prstGeom>
          <a:noFill/>
          <a:ln w="0">
            <a:noFill/>
          </a:ln>
        </p:spPr>
        <p:txBody>
          <a:bodyPr lIns="0" rIns="0" tIns="0" bIns="0" anchor="ctr">
            <a:noAutofit/>
          </a:bodyPr>
          <a:p>
            <a:pPr indent="0">
              <a:buNone/>
            </a:pPr>
            <a:endParaRPr b="0" lang="en-US" sz="1800" strike="noStrike" u="none">
              <a:solidFill>
                <a:schemeClr val="lt1"/>
              </a:solidFill>
              <a:uFillTx/>
              <a:latin typeface="Corbel"/>
            </a:endParaRPr>
          </a:p>
        </p:txBody>
      </p:sp>
      <p:sp>
        <p:nvSpPr>
          <p:cNvPr id="39" name="PlaceHolder 2"/>
          <p:cNvSpPr>
            <a:spLocks noGrp="1"/>
          </p:cNvSpPr>
          <p:nvPr>
            <p:ph/>
          </p:nvPr>
        </p:nvSpPr>
        <p:spPr>
          <a:xfrm>
            <a:off x="914400" y="1783440"/>
            <a:ext cx="7772040" cy="4571640"/>
          </a:xfrm>
          <a:prstGeom prst="rect">
            <a:avLst/>
          </a:prstGeom>
          <a:noFill/>
          <a:ln w="0">
            <a:noFill/>
          </a:ln>
        </p:spPr>
        <p:txBody>
          <a:bodyPr lIns="0" rIns="0" tIns="0" bIns="0" anchor="t">
            <a:normAutofit/>
          </a:bodyPr>
          <a:p>
            <a:pPr indent="0">
              <a:spcBef>
                <a:spcPts val="1417"/>
              </a:spcBef>
              <a:buNone/>
            </a:pPr>
            <a:endParaRPr b="0" lang="en-US" sz="3000" strike="noStrike" u="none">
              <a:solidFill>
                <a:schemeClr val="lt1"/>
              </a:solidFill>
              <a:uFillTx/>
              <a:latin typeface="Corbe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CBE5EB0-8CE6-4056-A99D-FC6BF8199929}"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54" name="PlaceHolder 1"/>
          <p:cNvSpPr>
            <a:spLocks noGrp="1"/>
          </p:cNvSpPr>
          <p:nvPr>
            <p:ph type="title"/>
          </p:nvPr>
        </p:nvSpPr>
        <p:spPr>
          <a:xfrm>
            <a:off x="914400" y="511920"/>
            <a:ext cx="7772040" cy="914040"/>
          </a:xfrm>
          <a:prstGeom prst="rect">
            <a:avLst/>
          </a:prstGeom>
          <a:noFill/>
          <a:ln w="0">
            <a:noFill/>
          </a:ln>
        </p:spPr>
        <p:txBody>
          <a:bodyPr lIns="0" rIns="0" tIns="0" bIns="0" anchor="ctr">
            <a:noAutofit/>
          </a:bodyPr>
          <a:p>
            <a:pPr indent="0">
              <a:buNone/>
            </a:pPr>
            <a:endParaRPr b="0" lang="en-US" sz="1800" strike="noStrike" u="none">
              <a:solidFill>
                <a:schemeClr val="lt1"/>
              </a:solidFill>
              <a:uFillTx/>
              <a:latin typeface="Corbel"/>
            </a:endParaRPr>
          </a:p>
        </p:txBody>
      </p:sp>
      <p:sp>
        <p:nvSpPr>
          <p:cNvPr id="55" name="PlaceHolder 2"/>
          <p:cNvSpPr>
            <a:spLocks noGrp="1"/>
          </p:cNvSpPr>
          <p:nvPr>
            <p:ph/>
          </p:nvPr>
        </p:nvSpPr>
        <p:spPr>
          <a:xfrm>
            <a:off x="914400" y="1783440"/>
            <a:ext cx="7772040" cy="4571640"/>
          </a:xfrm>
          <a:prstGeom prst="rect">
            <a:avLst/>
          </a:prstGeom>
          <a:noFill/>
          <a:ln w="0">
            <a:noFill/>
          </a:ln>
        </p:spPr>
        <p:txBody>
          <a:bodyPr lIns="0" rIns="0" tIns="0" bIns="0" anchor="t">
            <a:normAutofit/>
          </a:bodyPr>
          <a:p>
            <a:pPr indent="0">
              <a:spcBef>
                <a:spcPts val="1417"/>
              </a:spcBef>
              <a:buNone/>
            </a:pPr>
            <a:endParaRPr b="0" lang="en-US" sz="3000" strike="noStrike" u="none">
              <a:solidFill>
                <a:schemeClr val="lt1"/>
              </a:solidFill>
              <a:uFillTx/>
              <a:latin typeface="Corbe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E3FA0A2-9BC9-48B3-AD12-6165697DADAF}"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914400" y="511920"/>
            <a:ext cx="7772040" cy="914040"/>
          </a:xfrm>
          <a:prstGeom prst="rect">
            <a:avLst/>
          </a:prstGeom>
          <a:noFill/>
          <a:ln w="0">
            <a:noFill/>
          </a:ln>
        </p:spPr>
        <p:txBody>
          <a:bodyPr lIns="0" rIns="0" tIns="0" bIns="0" anchor="ctr">
            <a:noAutofit/>
          </a:bodyPr>
          <a:p>
            <a:pPr indent="0">
              <a:buNone/>
            </a:pPr>
            <a:endParaRPr b="0" lang="en-US" sz="1800" strike="noStrike" u="none">
              <a:solidFill>
                <a:schemeClr val="lt1"/>
              </a:solidFill>
              <a:uFillTx/>
              <a:latin typeface="Corbel"/>
            </a:endParaRPr>
          </a:p>
        </p:txBody>
      </p:sp>
      <p:sp>
        <p:nvSpPr>
          <p:cNvPr id="71" name="PlaceHolder 2"/>
          <p:cNvSpPr>
            <a:spLocks noGrp="1"/>
          </p:cNvSpPr>
          <p:nvPr>
            <p:ph/>
          </p:nvPr>
        </p:nvSpPr>
        <p:spPr>
          <a:xfrm>
            <a:off x="914400" y="1783440"/>
            <a:ext cx="7772040" cy="4571640"/>
          </a:xfrm>
          <a:prstGeom prst="rect">
            <a:avLst/>
          </a:prstGeom>
          <a:noFill/>
          <a:ln w="0">
            <a:noFill/>
          </a:ln>
        </p:spPr>
        <p:txBody>
          <a:bodyPr lIns="0" rIns="0" tIns="0" bIns="0" anchor="t">
            <a:normAutofit/>
          </a:bodyPr>
          <a:p>
            <a:pPr indent="0">
              <a:spcBef>
                <a:spcPts val="1417"/>
              </a:spcBef>
              <a:buNone/>
            </a:pPr>
            <a:endParaRPr b="0" lang="en-US" sz="3000" strike="noStrike" u="none">
              <a:solidFill>
                <a:schemeClr val="lt1"/>
              </a:solidFill>
              <a:uFillTx/>
              <a:latin typeface="Corbe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88AE6206-984E-4951-968C-12F6B49E590E}" type="slidenum">
              <a:t>&lt;#&gt;</a:t>
            </a:fld>
          </a:p>
        </p:txBody>
      </p:sp>
      <p:sp>
        <p:nvSpPr>
          <p:cNvPr id="6" name="PlaceHolder 5"/>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
</Relationships>
</file>

<file path=ppt/slideMasters/_rels/slideMaster6.xml.rels><?xml version="1.0" encoding="UTF-8"?>
<Relationships xmlns="http://schemas.openxmlformats.org/package/2006/relationships"><Relationship Id="rId1" Type="http://schemas.openxmlformats.org/officeDocument/2006/relationships/theme" Target="../theme/theme6.xml"/>
</Relationships>
</file>

<file path=ppt/slideMasters/_rels/slideMaster7.xml.rels><?xml version="1.0" encoding="UTF-8"?>
<Relationships xmlns="http://schemas.openxmlformats.org/package/2006/relationships"><Relationship Id="rId1" Type="http://schemas.openxmlformats.org/officeDocument/2006/relationships/theme" Target="../theme/theme7.xml"/>
</Relationships>
</file>

<file path=ppt/slideMasters/_rels/slideMaster8.xml.rels><?xml version="1.0" encoding="UTF-8"?>
<Relationships xmlns="http://schemas.openxmlformats.org/package/2006/relationships"><Relationship Id="rId1" Type="http://schemas.openxmlformats.org/officeDocument/2006/relationships/theme" Target="../theme/theme8.xml"/>
</Relationships>
</file>

<file path=ppt/slideMasters/_rels/slideMaster9.xml.rels><?xml version="1.0" encoding="UTF-8"?>
<Relationships xmlns="http://schemas.openxmlformats.org/package/2006/relationships"><Relationship Id="rId1" Type="http://schemas.openxmlformats.org/officeDocument/2006/relationships/theme" Target="../theme/theme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0" name="Rectangle 6" hidden="1"/>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 name="Rectangle 7" hidden="1"/>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2" name="Rectangle 8" hidden="1"/>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3" name="Rectangle 9" hidden="1"/>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4" name="Rectangle 10" hidden="1"/>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5" name="Rectangle 11" hidden="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6" name="Rectangle 14" hidden="1"/>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7" name="Rectangle 15" hidden="1"/>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8" name="Rectangle 16" hidden="1"/>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9" name="PlaceHolder 1"/>
          <p:cNvSpPr>
            <a:spLocks noGrp="1"/>
          </p:cNvSpPr>
          <p:nvPr>
            <p:ph type="dt" idx="1"/>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10" name="PlaceHolder 2"/>
          <p:cNvSpPr>
            <a:spLocks noGrp="1"/>
          </p:cNvSpPr>
          <p:nvPr>
            <p:ph type="ftr" idx="2"/>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11" name="PlaceHolder 3"/>
          <p:cNvSpPr>
            <a:spLocks noGrp="1"/>
          </p:cNvSpPr>
          <p:nvPr>
            <p:ph type="sldNum" idx="3"/>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52D03A8E-E5E0-4CB4-8E20-A14FF9C726CE}"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
        <p:nvSpPr>
          <p:cNvPr id="12" name="Rectangle 31"/>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3" name="Rectangle 38"/>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4" name="Rectangle 39"/>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5" name="Rectangle 40"/>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6" name="Rectangle 41"/>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7" name="PlaceHolder 4"/>
          <p:cNvSpPr>
            <a:spLocks noGrp="1"/>
          </p:cNvSpPr>
          <p:nvPr>
            <p:ph type="title"/>
          </p:nvPr>
        </p:nvSpPr>
        <p:spPr>
          <a:xfrm>
            <a:off x="914400" y="4343400"/>
            <a:ext cx="7772040" cy="1974600"/>
          </a:xfrm>
          <a:prstGeom prst="rect">
            <a:avLst/>
          </a:prstGeom>
          <a:noFill/>
          <a:ln w="0">
            <a:noFill/>
          </a:ln>
        </p:spPr>
        <p:txBody>
          <a:bodyPr lIns="90000" rIns="90000" tIns="45000" bIns="45000" anchor="t">
            <a:noAutofit/>
          </a:bodyPr>
          <a:p>
            <a:pPr indent="0">
              <a:lnSpc>
                <a:spcPct val="100000"/>
              </a:lnSpc>
              <a:buNone/>
            </a:pPr>
            <a:r>
              <a:rPr b="1" lang="en-US" sz="4000" strike="noStrike" u="none" cap="all">
                <a:solidFill>
                  <a:schemeClr val="lt2"/>
                </a:solidFill>
                <a:uFillTx/>
                <a:latin typeface="Consolas"/>
              </a:rPr>
              <a:t>Click to edit Master title style</a:t>
            </a:r>
            <a:endParaRPr b="0" lang="en-US" sz="4000" strike="noStrike" u="none">
              <a:solidFill>
                <a:schemeClr val="lt1"/>
              </a:solidFill>
              <a:uFillTx/>
              <a:latin typeface="Corbel"/>
            </a:endParaRPr>
          </a:p>
        </p:txBody>
      </p:sp>
      <p:sp>
        <p:nvSpPr>
          <p:cNvPr id="18" name="Rectangle 55"/>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9" name="Rectangle 64"/>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20" name="Rectangle 65"/>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21" name="Rectangle 66"/>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24" name="Rectangle 6"/>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25" name="Rectangle 7"/>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26" name="Rectangle 8"/>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27" name="Rectangle 9"/>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28" name="Rectangle 10"/>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29" name="Rectangle 1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30" name="Rectangle 14"/>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31" name="Rectangle 15"/>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32" name="Rectangle 16"/>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33"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Click to edit Master title style</a:t>
            </a:r>
            <a:endParaRPr b="0" lang="en-US" sz="4000" strike="noStrike" u="none">
              <a:solidFill>
                <a:schemeClr val="lt1"/>
              </a:solidFill>
              <a:uFillTx/>
              <a:latin typeface="Corbel"/>
            </a:endParaRPr>
          </a:p>
        </p:txBody>
      </p:sp>
      <p:sp>
        <p:nvSpPr>
          <p:cNvPr id="34" name="PlaceHolder 2"/>
          <p:cNvSpPr>
            <a:spLocks noGrp="1"/>
          </p:cNvSpPr>
          <p:nvPr>
            <p:ph type="body"/>
          </p:nvPr>
        </p:nvSpPr>
        <p:spPr>
          <a:xfrm>
            <a:off x="914400" y="1783440"/>
            <a:ext cx="7772040" cy="4571640"/>
          </a:xfrm>
          <a:prstGeom prst="rect">
            <a:avLst/>
          </a:prstGeom>
          <a:noFill/>
          <a:ln w="0">
            <a:noFill/>
          </a:ln>
        </p:spPr>
        <p:txBody>
          <a:bodyPr lIns="45000" rIns="45000" tIns="90000" bIns="90000" anchor="t" vert="eaVert">
            <a:noAutofit/>
          </a:bodyPr>
          <a:p>
            <a:pPr marL="432000" indent="-324000">
              <a:lnSpc>
                <a:spcPct val="100000"/>
              </a:lnSpc>
              <a:spcBef>
                <a:spcPts val="700"/>
              </a:spcBef>
              <a:buClr>
                <a:srgbClr val="ffffff"/>
              </a:buClr>
              <a:buSzPct val="45000"/>
              <a:buFont typeface="Wingdings" charset="2"/>
              <a:buChar char=""/>
            </a:pPr>
            <a:r>
              <a:rPr b="0" lang="en-US" sz="3000" strike="noStrike" u="none">
                <a:solidFill>
                  <a:schemeClr val="lt1"/>
                </a:solidFill>
                <a:uFillTx/>
                <a:latin typeface="Corbel"/>
              </a:rPr>
              <a:t>Click to edit Master text styles</a:t>
            </a:r>
            <a:endParaRPr b="0" lang="en-US" sz="3000" strike="noStrike" u="none">
              <a:solidFill>
                <a:schemeClr val="lt1"/>
              </a:solidFill>
              <a:uFillTx/>
              <a:latin typeface="Corbel"/>
            </a:endParaRPr>
          </a:p>
          <a:p>
            <a:pPr lvl="1" marL="864000" indent="-324000">
              <a:lnSpc>
                <a:spcPct val="100000"/>
              </a:lnSpc>
              <a:spcBef>
                <a:spcPts val="519"/>
              </a:spcBef>
              <a:buClr>
                <a:srgbClr val="ffffff"/>
              </a:buClr>
              <a:buSzPct val="75000"/>
              <a:buFont typeface="Symbol" charset="2"/>
              <a:buChar char=""/>
            </a:pPr>
            <a:r>
              <a:rPr b="0" lang="en-US" sz="2600" strike="noStrike" u="none">
                <a:solidFill>
                  <a:schemeClr val="lt1"/>
                </a:solidFill>
                <a:uFillTx/>
                <a:latin typeface="Corbel"/>
              </a:rPr>
              <a:t>Second level</a:t>
            </a:r>
            <a:endParaRPr b="0" lang="en-US" sz="2600" strike="noStrike" u="none">
              <a:solidFill>
                <a:schemeClr val="lt1"/>
              </a:solidFill>
              <a:uFillTx/>
              <a:latin typeface="Corbel"/>
            </a:endParaRPr>
          </a:p>
          <a:p>
            <a:pPr lvl="2" marL="1296000" indent="-288000">
              <a:lnSpc>
                <a:spcPct val="100000"/>
              </a:lnSpc>
              <a:spcBef>
                <a:spcPts val="479"/>
              </a:spcBef>
              <a:buClr>
                <a:srgbClr val="ffffff"/>
              </a:buClr>
              <a:buSzPct val="45000"/>
              <a:buFont typeface="Wingdings" charset="2"/>
              <a:buChar char=""/>
            </a:pPr>
            <a:r>
              <a:rPr b="0" lang="en-US" sz="2400" strike="noStrike" u="none">
                <a:solidFill>
                  <a:schemeClr val="lt1"/>
                </a:solidFill>
                <a:uFillTx/>
                <a:latin typeface="Corbel"/>
              </a:rPr>
              <a:t>Third level</a:t>
            </a:r>
            <a:endParaRPr b="0" lang="en-US" sz="2400" strike="noStrike" u="none">
              <a:solidFill>
                <a:schemeClr val="lt1"/>
              </a:solidFill>
              <a:uFillTx/>
              <a:latin typeface="Corbel"/>
            </a:endParaRPr>
          </a:p>
          <a:p>
            <a:pPr lvl="3" marL="1728000" indent="-216000">
              <a:lnSpc>
                <a:spcPct val="100000"/>
              </a:lnSpc>
              <a:spcBef>
                <a:spcPts val="439"/>
              </a:spcBef>
              <a:buClr>
                <a:srgbClr val="ffffff"/>
              </a:buClr>
              <a:buSzPct val="75000"/>
              <a:buFont typeface="Symbol" charset="2"/>
              <a:buChar char=""/>
            </a:pPr>
            <a:r>
              <a:rPr b="0" lang="en-US" sz="2200" strike="noStrike" u="none">
                <a:solidFill>
                  <a:schemeClr val="lt1"/>
                </a:solidFill>
                <a:uFillTx/>
                <a:latin typeface="Corbel"/>
              </a:rPr>
              <a:t>Fourth level</a:t>
            </a:r>
            <a:endParaRPr b="0" lang="en-US" sz="2200" strike="noStrike" u="none">
              <a:solidFill>
                <a:schemeClr val="lt1"/>
              </a:solidFill>
              <a:uFillTx/>
              <a:latin typeface="Corbel"/>
            </a:endParaRPr>
          </a:p>
          <a:p>
            <a:pPr lvl="4" marL="2160000" indent="-216000">
              <a:lnSpc>
                <a:spcPct val="100000"/>
              </a:lnSpc>
              <a:spcBef>
                <a:spcPts val="400"/>
              </a:spcBef>
              <a:buClr>
                <a:srgbClr val="ffffff"/>
              </a:buClr>
              <a:buSzPct val="45000"/>
              <a:buFont typeface="Wingdings" charset="2"/>
              <a:buChar char=""/>
            </a:pPr>
            <a:r>
              <a:rPr b="0" lang="en-US" sz="2000" strike="noStrike" u="none">
                <a:solidFill>
                  <a:schemeClr val="lt1"/>
                </a:solidFill>
                <a:uFillTx/>
                <a:latin typeface="Corbel"/>
              </a:rPr>
              <a:t>Fifth level</a:t>
            </a:r>
            <a:endParaRPr b="0" lang="en-US" sz="2000" strike="noStrike" u="none">
              <a:solidFill>
                <a:schemeClr val="lt1"/>
              </a:solidFill>
              <a:uFillTx/>
              <a:latin typeface="Corbel"/>
            </a:endParaRPr>
          </a:p>
        </p:txBody>
      </p:sp>
      <p:sp>
        <p:nvSpPr>
          <p:cNvPr id="35" name="PlaceHolder 3"/>
          <p:cNvSpPr>
            <a:spLocks noGrp="1"/>
          </p:cNvSpPr>
          <p:nvPr>
            <p:ph type="dt" idx="4"/>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36" name="PlaceHolder 4"/>
          <p:cNvSpPr>
            <a:spLocks noGrp="1"/>
          </p:cNvSpPr>
          <p:nvPr>
            <p:ph type="ftr" idx="5"/>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37" name="PlaceHolder 5"/>
          <p:cNvSpPr>
            <a:spLocks noGrp="1"/>
          </p:cNvSpPr>
          <p:nvPr>
            <p:ph type="sldNum" idx="6"/>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2169C713-2AB0-4F74-B0DA-628611E27769}"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40" name="Rectangle 6"/>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41" name="Rectangle 7"/>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42" name="Rectangle 8"/>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43" name="Rectangle 9"/>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44" name="Rectangle 10"/>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45" name="Rectangle 1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46" name="Rectangle 14"/>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47" name="Rectangle 15"/>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48" name="Rectangle 16"/>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49" name="PlaceHolder 1"/>
          <p:cNvSpPr>
            <a:spLocks noGrp="1"/>
          </p:cNvSpPr>
          <p:nvPr>
            <p:ph type="title"/>
          </p:nvPr>
        </p:nvSpPr>
        <p:spPr>
          <a:xfrm>
            <a:off x="6629400" y="274680"/>
            <a:ext cx="1980720" cy="5851080"/>
          </a:xfrm>
          <a:prstGeom prst="rect">
            <a:avLst/>
          </a:prstGeom>
          <a:noFill/>
          <a:ln w="0">
            <a:noFill/>
          </a:ln>
        </p:spPr>
        <p:txBody>
          <a:bodyPr lIns="45000" rIns="45000" tIns="90000" bIns="90000" anchor="ctr" vert="eaVert">
            <a:noAutofit/>
          </a:bodyPr>
          <a:p>
            <a:pPr indent="0">
              <a:lnSpc>
                <a:spcPct val="100000"/>
              </a:lnSpc>
              <a:buNone/>
            </a:pPr>
            <a:r>
              <a:rPr b="0" lang="en-US" sz="4000" spc="-99" strike="noStrike" u="none">
                <a:solidFill>
                  <a:schemeClr val="lt2"/>
                </a:solidFill>
                <a:uFillTx/>
                <a:latin typeface="Consolas"/>
              </a:rPr>
              <a:t>Click to edit Master title style</a:t>
            </a:r>
            <a:endParaRPr b="0" lang="en-US" sz="4000" strike="noStrike" u="none">
              <a:solidFill>
                <a:schemeClr val="lt1"/>
              </a:solidFill>
              <a:uFillTx/>
              <a:latin typeface="Corbel"/>
            </a:endParaRPr>
          </a:p>
        </p:txBody>
      </p:sp>
      <p:sp>
        <p:nvSpPr>
          <p:cNvPr id="50" name="PlaceHolder 2"/>
          <p:cNvSpPr>
            <a:spLocks noGrp="1"/>
          </p:cNvSpPr>
          <p:nvPr>
            <p:ph type="body"/>
          </p:nvPr>
        </p:nvSpPr>
        <p:spPr>
          <a:xfrm>
            <a:off x="609480" y="274680"/>
            <a:ext cx="5866920" cy="5851080"/>
          </a:xfrm>
          <a:prstGeom prst="rect">
            <a:avLst/>
          </a:prstGeom>
          <a:noFill/>
          <a:ln w="0">
            <a:noFill/>
          </a:ln>
        </p:spPr>
        <p:txBody>
          <a:bodyPr lIns="45000" rIns="45000" tIns="90000" bIns="90000" anchor="t" vert="eaVert">
            <a:noAutofit/>
          </a:bodyPr>
          <a:p>
            <a:pPr marL="432000" indent="-324000">
              <a:lnSpc>
                <a:spcPct val="100000"/>
              </a:lnSpc>
              <a:spcBef>
                <a:spcPts val="700"/>
              </a:spcBef>
              <a:buClr>
                <a:srgbClr val="ffffff"/>
              </a:buClr>
              <a:buSzPct val="45000"/>
              <a:buFont typeface="Wingdings" charset="2"/>
              <a:buChar char=""/>
            </a:pPr>
            <a:r>
              <a:rPr b="0" lang="en-US" sz="3000" strike="noStrike" u="none">
                <a:solidFill>
                  <a:schemeClr val="lt1"/>
                </a:solidFill>
                <a:uFillTx/>
                <a:latin typeface="Corbel"/>
              </a:rPr>
              <a:t>Click to edit Master text styles</a:t>
            </a:r>
            <a:endParaRPr b="0" lang="en-US" sz="3000" strike="noStrike" u="none">
              <a:solidFill>
                <a:schemeClr val="lt1"/>
              </a:solidFill>
              <a:uFillTx/>
              <a:latin typeface="Corbel"/>
            </a:endParaRPr>
          </a:p>
          <a:p>
            <a:pPr lvl="1" marL="864000" indent="-324000">
              <a:lnSpc>
                <a:spcPct val="100000"/>
              </a:lnSpc>
              <a:spcBef>
                <a:spcPts val="519"/>
              </a:spcBef>
              <a:buClr>
                <a:srgbClr val="ffffff"/>
              </a:buClr>
              <a:buSzPct val="75000"/>
              <a:buFont typeface="Symbol" charset="2"/>
              <a:buChar char=""/>
            </a:pPr>
            <a:r>
              <a:rPr b="0" lang="en-US" sz="2600" strike="noStrike" u="none">
                <a:solidFill>
                  <a:schemeClr val="lt1"/>
                </a:solidFill>
                <a:uFillTx/>
                <a:latin typeface="Corbel"/>
              </a:rPr>
              <a:t>Second level</a:t>
            </a:r>
            <a:endParaRPr b="0" lang="en-US" sz="2600" strike="noStrike" u="none">
              <a:solidFill>
                <a:schemeClr val="lt1"/>
              </a:solidFill>
              <a:uFillTx/>
              <a:latin typeface="Corbel"/>
            </a:endParaRPr>
          </a:p>
          <a:p>
            <a:pPr lvl="2" marL="1296000" indent="-288000">
              <a:lnSpc>
                <a:spcPct val="100000"/>
              </a:lnSpc>
              <a:spcBef>
                <a:spcPts val="479"/>
              </a:spcBef>
              <a:buClr>
                <a:srgbClr val="ffffff"/>
              </a:buClr>
              <a:buSzPct val="45000"/>
              <a:buFont typeface="Wingdings" charset="2"/>
              <a:buChar char=""/>
            </a:pPr>
            <a:r>
              <a:rPr b="0" lang="en-US" sz="2400" strike="noStrike" u="none">
                <a:solidFill>
                  <a:schemeClr val="lt1"/>
                </a:solidFill>
                <a:uFillTx/>
                <a:latin typeface="Corbel"/>
              </a:rPr>
              <a:t>Third level</a:t>
            </a:r>
            <a:endParaRPr b="0" lang="en-US" sz="2400" strike="noStrike" u="none">
              <a:solidFill>
                <a:schemeClr val="lt1"/>
              </a:solidFill>
              <a:uFillTx/>
              <a:latin typeface="Corbel"/>
            </a:endParaRPr>
          </a:p>
          <a:p>
            <a:pPr lvl="3" marL="1728000" indent="-216000">
              <a:lnSpc>
                <a:spcPct val="100000"/>
              </a:lnSpc>
              <a:spcBef>
                <a:spcPts val="439"/>
              </a:spcBef>
              <a:buClr>
                <a:srgbClr val="ffffff"/>
              </a:buClr>
              <a:buSzPct val="75000"/>
              <a:buFont typeface="Symbol" charset="2"/>
              <a:buChar char=""/>
            </a:pPr>
            <a:r>
              <a:rPr b="0" lang="en-US" sz="2200" strike="noStrike" u="none">
                <a:solidFill>
                  <a:schemeClr val="lt1"/>
                </a:solidFill>
                <a:uFillTx/>
                <a:latin typeface="Corbel"/>
              </a:rPr>
              <a:t>Fourth level</a:t>
            </a:r>
            <a:endParaRPr b="0" lang="en-US" sz="2200" strike="noStrike" u="none">
              <a:solidFill>
                <a:schemeClr val="lt1"/>
              </a:solidFill>
              <a:uFillTx/>
              <a:latin typeface="Corbel"/>
            </a:endParaRPr>
          </a:p>
          <a:p>
            <a:pPr lvl="4" marL="2160000" indent="-216000">
              <a:lnSpc>
                <a:spcPct val="100000"/>
              </a:lnSpc>
              <a:spcBef>
                <a:spcPts val="400"/>
              </a:spcBef>
              <a:buClr>
                <a:srgbClr val="ffffff"/>
              </a:buClr>
              <a:buSzPct val="45000"/>
              <a:buFont typeface="Wingdings" charset="2"/>
              <a:buChar char=""/>
            </a:pPr>
            <a:r>
              <a:rPr b="0" lang="en-US" sz="2000" strike="noStrike" u="none">
                <a:solidFill>
                  <a:schemeClr val="lt1"/>
                </a:solidFill>
                <a:uFillTx/>
                <a:latin typeface="Corbel"/>
              </a:rPr>
              <a:t>Fifth level</a:t>
            </a:r>
            <a:endParaRPr b="0" lang="en-US" sz="2000" strike="noStrike" u="none">
              <a:solidFill>
                <a:schemeClr val="lt1"/>
              </a:solidFill>
              <a:uFillTx/>
              <a:latin typeface="Corbel"/>
            </a:endParaRPr>
          </a:p>
        </p:txBody>
      </p:sp>
      <p:sp>
        <p:nvSpPr>
          <p:cNvPr id="51" name="PlaceHolder 3"/>
          <p:cNvSpPr>
            <a:spLocks noGrp="1"/>
          </p:cNvSpPr>
          <p:nvPr>
            <p:ph type="dt" idx="7"/>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52" name="PlaceHolder 4"/>
          <p:cNvSpPr>
            <a:spLocks noGrp="1"/>
          </p:cNvSpPr>
          <p:nvPr>
            <p:ph type="ftr" idx="8"/>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53" name="PlaceHolder 5"/>
          <p:cNvSpPr>
            <a:spLocks noGrp="1"/>
          </p:cNvSpPr>
          <p:nvPr>
            <p:ph type="sldNum" idx="9"/>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D0895B74-297E-48B5-B478-0E78D0955197}"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56" name="Rectangle 6"/>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57" name="Rectangle 7"/>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58" name="Rectangle 8"/>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59" name="Rectangle 9"/>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60" name="Rectangle 10"/>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61" name="Rectangle 1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62" name="Rectangle 14"/>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63" name="Rectangle 15"/>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64" name="Rectangle 16"/>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65"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Click to edit Master title style</a:t>
            </a:r>
            <a:endParaRPr b="0" lang="en-US" sz="4000" strike="noStrike" u="none">
              <a:solidFill>
                <a:schemeClr val="lt1"/>
              </a:solidFill>
              <a:uFillTx/>
              <a:latin typeface="Corbel"/>
            </a:endParaRPr>
          </a:p>
        </p:txBody>
      </p:sp>
      <p:sp>
        <p:nvSpPr>
          <p:cNvPr id="66" name="PlaceHolder 2"/>
          <p:cNvSpPr>
            <a:spLocks noGrp="1"/>
          </p:cNvSpPr>
          <p:nvPr>
            <p:ph type="body"/>
          </p:nvPr>
        </p:nvSpPr>
        <p:spPr>
          <a:xfrm>
            <a:off x="914400" y="1783440"/>
            <a:ext cx="7772040" cy="4571640"/>
          </a:xfrm>
          <a:prstGeom prst="rect">
            <a:avLst/>
          </a:prstGeom>
          <a:noFill/>
          <a:ln w="0">
            <a:noFill/>
          </a:ln>
        </p:spPr>
        <p:txBody>
          <a:bodyPr lIns="90000" rIns="90000" tIns="45000" bIns="45000" anchor="t">
            <a:noAutofit/>
          </a:bodyPr>
          <a:p>
            <a:pPr marL="432000" indent="-324000">
              <a:lnSpc>
                <a:spcPct val="100000"/>
              </a:lnSpc>
              <a:spcBef>
                <a:spcPts val="700"/>
              </a:spcBef>
              <a:buClr>
                <a:srgbClr val="ffffff"/>
              </a:buClr>
              <a:buSzPct val="45000"/>
              <a:buFont typeface="Wingdings" charset="2"/>
              <a:buChar char=""/>
            </a:pPr>
            <a:r>
              <a:rPr b="0" lang="en-US" sz="3000" strike="noStrike" u="none">
                <a:solidFill>
                  <a:schemeClr val="lt1"/>
                </a:solidFill>
                <a:uFillTx/>
                <a:latin typeface="Corbel"/>
              </a:rPr>
              <a:t>Click to edit Master text styles</a:t>
            </a:r>
            <a:endParaRPr b="0" lang="en-US" sz="3000" strike="noStrike" u="none">
              <a:solidFill>
                <a:schemeClr val="lt1"/>
              </a:solidFill>
              <a:uFillTx/>
              <a:latin typeface="Corbel"/>
            </a:endParaRPr>
          </a:p>
          <a:p>
            <a:pPr lvl="1" marL="864000" indent="-324000">
              <a:lnSpc>
                <a:spcPct val="100000"/>
              </a:lnSpc>
              <a:spcBef>
                <a:spcPts val="519"/>
              </a:spcBef>
              <a:buClr>
                <a:srgbClr val="ffffff"/>
              </a:buClr>
              <a:buSzPct val="75000"/>
              <a:buFont typeface="Symbol" charset="2"/>
              <a:buChar char=""/>
            </a:pPr>
            <a:r>
              <a:rPr b="0" lang="en-US" sz="2600" strike="noStrike" u="none">
                <a:solidFill>
                  <a:schemeClr val="lt1"/>
                </a:solidFill>
                <a:uFillTx/>
                <a:latin typeface="Corbel"/>
              </a:rPr>
              <a:t>Second level</a:t>
            </a:r>
            <a:endParaRPr b="0" lang="en-US" sz="2600" strike="noStrike" u="none">
              <a:solidFill>
                <a:schemeClr val="lt1"/>
              </a:solidFill>
              <a:uFillTx/>
              <a:latin typeface="Corbel"/>
            </a:endParaRPr>
          </a:p>
          <a:p>
            <a:pPr lvl="2" marL="1296000" indent="-288000">
              <a:lnSpc>
                <a:spcPct val="100000"/>
              </a:lnSpc>
              <a:spcBef>
                <a:spcPts val="479"/>
              </a:spcBef>
              <a:buClr>
                <a:srgbClr val="ffffff"/>
              </a:buClr>
              <a:buSzPct val="45000"/>
              <a:buFont typeface="Wingdings" charset="2"/>
              <a:buChar char=""/>
            </a:pPr>
            <a:r>
              <a:rPr b="0" lang="en-US" sz="2400" strike="noStrike" u="none">
                <a:solidFill>
                  <a:schemeClr val="lt1"/>
                </a:solidFill>
                <a:uFillTx/>
                <a:latin typeface="Corbel"/>
              </a:rPr>
              <a:t>Third level</a:t>
            </a:r>
            <a:endParaRPr b="0" lang="en-US" sz="2400" strike="noStrike" u="none">
              <a:solidFill>
                <a:schemeClr val="lt1"/>
              </a:solidFill>
              <a:uFillTx/>
              <a:latin typeface="Corbel"/>
            </a:endParaRPr>
          </a:p>
          <a:p>
            <a:pPr lvl="3" marL="1728000" indent="-216000">
              <a:lnSpc>
                <a:spcPct val="100000"/>
              </a:lnSpc>
              <a:spcBef>
                <a:spcPts val="439"/>
              </a:spcBef>
              <a:buClr>
                <a:srgbClr val="ffffff"/>
              </a:buClr>
              <a:buSzPct val="75000"/>
              <a:buFont typeface="Symbol" charset="2"/>
              <a:buChar char=""/>
            </a:pPr>
            <a:r>
              <a:rPr b="0" lang="en-US" sz="2200" strike="noStrike" u="none">
                <a:solidFill>
                  <a:schemeClr val="lt1"/>
                </a:solidFill>
                <a:uFillTx/>
                <a:latin typeface="Corbel"/>
              </a:rPr>
              <a:t>Fourth level</a:t>
            </a:r>
            <a:endParaRPr b="0" lang="en-US" sz="2200" strike="noStrike" u="none">
              <a:solidFill>
                <a:schemeClr val="lt1"/>
              </a:solidFill>
              <a:uFillTx/>
              <a:latin typeface="Corbel"/>
            </a:endParaRPr>
          </a:p>
          <a:p>
            <a:pPr lvl="4" marL="2160000" indent="-216000">
              <a:lnSpc>
                <a:spcPct val="100000"/>
              </a:lnSpc>
              <a:spcBef>
                <a:spcPts val="400"/>
              </a:spcBef>
              <a:buClr>
                <a:srgbClr val="ffffff"/>
              </a:buClr>
              <a:buSzPct val="45000"/>
              <a:buFont typeface="Wingdings" charset="2"/>
              <a:buChar char=""/>
            </a:pPr>
            <a:r>
              <a:rPr b="0" lang="en-US" sz="2000" strike="noStrike" u="none">
                <a:solidFill>
                  <a:schemeClr val="lt1"/>
                </a:solidFill>
                <a:uFillTx/>
                <a:latin typeface="Corbel"/>
              </a:rPr>
              <a:t>Fifth level</a:t>
            </a:r>
            <a:endParaRPr b="0" lang="en-US" sz="2000" strike="noStrike" u="none">
              <a:solidFill>
                <a:schemeClr val="lt1"/>
              </a:solidFill>
              <a:uFillTx/>
              <a:latin typeface="Corbel"/>
            </a:endParaRPr>
          </a:p>
        </p:txBody>
      </p:sp>
      <p:sp>
        <p:nvSpPr>
          <p:cNvPr id="67" name="PlaceHolder 3"/>
          <p:cNvSpPr>
            <a:spLocks noGrp="1"/>
          </p:cNvSpPr>
          <p:nvPr>
            <p:ph type="dt" idx="10"/>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68" name="PlaceHolder 4"/>
          <p:cNvSpPr>
            <a:spLocks noGrp="1"/>
          </p:cNvSpPr>
          <p:nvPr>
            <p:ph type="ftr" idx="11"/>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69" name="PlaceHolder 5"/>
          <p:cNvSpPr>
            <a:spLocks noGrp="1"/>
          </p:cNvSpPr>
          <p:nvPr>
            <p:ph type="sldNum" idx="12"/>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EE8073EB-DA10-4F9A-93E2-28650DD3BB28}"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72" name="Rectangle 6"/>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73" name="Rectangle 7"/>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74" name="Rectangle 8"/>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75" name="Rectangle 9"/>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76" name="Rectangle 10"/>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77" name="Rectangle 1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78" name="Rectangle 14"/>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79" name="Rectangle 15"/>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80" name="Rectangle 16"/>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81" name="Freeform 13"/>
          <p:cNvSpPr/>
          <p:nvPr/>
        </p:nvSpPr>
        <p:spPr>
          <a:xfrm>
            <a:off x="4829040" y="1073880"/>
            <a:ext cx="4321800" cy="5790960"/>
          </a:xfrm>
          <a:custGeom>
            <a:avLst/>
            <a:gdLst/>
            <a:ahLst/>
            <a:rect l="l" t="t" r="r" b="b"/>
            <a:pathLst>
              <a:path w="2736" h="3648">
                <a:moveTo>
                  <a:pt x="0" y="3648"/>
                </a:moveTo>
                <a:lnTo>
                  <a:pt x="720" y="2016"/>
                </a:lnTo>
                <a:lnTo>
                  <a:pt x="2736" y="672"/>
                </a:lnTo>
                <a:lnTo>
                  <a:pt x="2736" y="720"/>
                </a:lnTo>
                <a:lnTo>
                  <a:pt x="744" y="2038"/>
                </a:lnTo>
                <a:lnTo>
                  <a:pt x="48" y="3648"/>
                </a:lnTo>
                <a:lnTo>
                  <a:pt x="48" y="3648"/>
                </a:lnTo>
                <a:close/>
              </a:path>
            </a:pathLst>
          </a:custGeom>
          <a:noFill/>
          <a:ln w="3240">
            <a:solidFill>
              <a:schemeClr val="accent2">
                <a:alpha val="53000"/>
              </a:schemeClr>
            </a:solidFill>
            <a:round/>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82" name="Freeform 14"/>
          <p:cNvSpPr/>
          <p:nvPr/>
        </p:nvSpPr>
        <p:spPr>
          <a:xfrm>
            <a:off x="374040" y="0"/>
            <a:ext cx="5514120" cy="6615000"/>
          </a:xfrm>
          <a:custGeom>
            <a:avLst/>
            <a:gdLst/>
            <a:ahLst/>
            <a:rect l="l" t="t" r="r" b="b"/>
            <a:pathLst>
              <a:path w="3504" h="4128">
                <a:moveTo>
                  <a:pt x="0" y="4080"/>
                </a:moveTo>
                <a:lnTo>
                  <a:pt x="0" y="4128"/>
                </a:lnTo>
                <a:lnTo>
                  <a:pt x="3504" y="2640"/>
                </a:lnTo>
                <a:lnTo>
                  <a:pt x="2880" y="0"/>
                </a:lnTo>
                <a:lnTo>
                  <a:pt x="2832" y="0"/>
                </a:lnTo>
                <a:lnTo>
                  <a:pt x="3465" y="2619"/>
                </a:lnTo>
                <a:lnTo>
                  <a:pt x="0" y="4080"/>
                </a:lnTo>
                <a:close/>
              </a:path>
            </a:pathLst>
          </a:custGeom>
          <a:noFill/>
          <a:ln w="3240">
            <a:solidFill>
              <a:schemeClr val="accent2">
                <a:alpha val="53000"/>
              </a:schemeClr>
            </a:solidFill>
            <a:round/>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83" name="Freeform 12"/>
          <p:cNvSpPr/>
          <p:nvPr/>
        </p:nvSpPr>
        <p:spPr>
          <a:xfrm rot="5236200">
            <a:off x="4462560" y="1483560"/>
            <a:ext cx="4114440" cy="1188360"/>
          </a:xfrm>
          <a:custGeom>
            <a:avLst/>
            <a:gdLst/>
            <a:ahLst/>
            <a:rect l="l" t="t" r="r" b="b"/>
            <a:pathLst>
              <a:path w="3552" h="1344">
                <a:moveTo>
                  <a:pt x="0" y="0"/>
                </a:moveTo>
                <a:lnTo>
                  <a:pt x="3552" y="1344"/>
                </a:lnTo>
                <a:lnTo>
                  <a:pt x="0" y="48"/>
                </a:lnTo>
                <a:lnTo>
                  <a:pt x="0" y="0"/>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84" name="Freeform 15"/>
          <p:cNvSpPr/>
          <p:nvPr/>
        </p:nvSpPr>
        <p:spPr>
          <a:xfrm>
            <a:off x="5943600" y="0"/>
            <a:ext cx="2742840" cy="4266720"/>
          </a:xfrm>
          <a:custGeom>
            <a:avLst/>
            <a:gdLst/>
            <a:ahLst/>
            <a:rect l="l" t="t" r="r" b="b"/>
            <a:pathLst>
              <a:path w="1728" h="2688">
                <a:moveTo>
                  <a:pt x="1104" y="0"/>
                </a:moveTo>
                <a:lnTo>
                  <a:pt x="1728" y="0"/>
                </a:lnTo>
                <a:lnTo>
                  <a:pt x="0" y="2688"/>
                </a:lnTo>
                <a:lnTo>
                  <a:pt x="1104" y="0"/>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85" name="Freeform 16"/>
          <p:cNvSpPr/>
          <p:nvPr/>
        </p:nvSpPr>
        <p:spPr>
          <a:xfrm>
            <a:off x="5943600" y="4267080"/>
            <a:ext cx="3200040" cy="1142640"/>
          </a:xfrm>
          <a:custGeom>
            <a:avLst/>
            <a:gdLst/>
            <a:ahLst/>
            <a:rect l="l" t="t" r="r" b="b"/>
            <a:pathLst>
              <a:path w="2016" h="720">
                <a:moveTo>
                  <a:pt x="0" y="0"/>
                </a:moveTo>
                <a:lnTo>
                  <a:pt x="2016" y="240"/>
                </a:lnTo>
                <a:lnTo>
                  <a:pt x="2016" y="720"/>
                </a:lnTo>
                <a:lnTo>
                  <a:pt x="0" y="0"/>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86" name="Freeform 17"/>
          <p:cNvSpPr/>
          <p:nvPr/>
        </p:nvSpPr>
        <p:spPr>
          <a:xfrm>
            <a:off x="5943600" y="0"/>
            <a:ext cx="1371240" cy="4266720"/>
          </a:xfrm>
          <a:custGeom>
            <a:avLst/>
            <a:gdLst/>
            <a:ahLst/>
            <a:rect l="l" t="t" r="r" b="b"/>
            <a:pathLst>
              <a:path w="864" h="2688">
                <a:moveTo>
                  <a:pt x="864" y="0"/>
                </a:moveTo>
                <a:lnTo>
                  <a:pt x="0" y="2688"/>
                </a:lnTo>
                <a:lnTo>
                  <a:pt x="768" y="0"/>
                </a:lnTo>
                <a:lnTo>
                  <a:pt x="864" y="0"/>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87" name="Freeform 18"/>
          <p:cNvSpPr/>
          <p:nvPr/>
        </p:nvSpPr>
        <p:spPr>
          <a:xfrm>
            <a:off x="5948280" y="4246560"/>
            <a:ext cx="2090520" cy="2611080"/>
          </a:xfrm>
          <a:custGeom>
            <a:avLst/>
            <a:gdLst/>
            <a:ahLst/>
            <a:rect l="l" t="t" r="r" b="b"/>
            <a:pathLst>
              <a:path w="1317" h="1645">
                <a:moveTo>
                  <a:pt x="1071" y="1645"/>
                </a:moveTo>
                <a:lnTo>
                  <a:pt x="1317" y="1645"/>
                </a:lnTo>
                <a:lnTo>
                  <a:pt x="0" y="0"/>
                </a:lnTo>
                <a:lnTo>
                  <a:pt x="1071" y="1645"/>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88" name="Freeform 19"/>
          <p:cNvSpPr/>
          <p:nvPr/>
        </p:nvSpPr>
        <p:spPr>
          <a:xfrm>
            <a:off x="5943600" y="4267080"/>
            <a:ext cx="1599840" cy="2590560"/>
          </a:xfrm>
          <a:custGeom>
            <a:avLst/>
            <a:gdLst/>
            <a:ahLst/>
            <a:rect l="l" t="t" r="r" b="b"/>
            <a:pathLst>
              <a:path w="1008" h="1632">
                <a:moveTo>
                  <a:pt x="1008" y="1632"/>
                </a:moveTo>
                <a:lnTo>
                  <a:pt x="0" y="0"/>
                </a:lnTo>
                <a:lnTo>
                  <a:pt x="960" y="1632"/>
                </a:lnTo>
                <a:lnTo>
                  <a:pt x="1008" y="1632"/>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89" name="Freeform 20"/>
          <p:cNvSpPr/>
          <p:nvPr/>
        </p:nvSpPr>
        <p:spPr>
          <a:xfrm>
            <a:off x="5943600" y="1371600"/>
            <a:ext cx="3200040" cy="2895120"/>
          </a:xfrm>
          <a:custGeom>
            <a:avLst/>
            <a:gdLst/>
            <a:ahLst/>
            <a:rect l="l" t="t" r="r" b="b"/>
            <a:pathLst>
              <a:path w="2016" h="1824">
                <a:moveTo>
                  <a:pt x="2016" y="0"/>
                </a:moveTo>
                <a:lnTo>
                  <a:pt x="2016" y="144"/>
                </a:lnTo>
                <a:lnTo>
                  <a:pt x="0" y="1824"/>
                </a:lnTo>
                <a:lnTo>
                  <a:pt x="2016" y="0"/>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90" name="Freeform 21"/>
          <p:cNvSpPr/>
          <p:nvPr/>
        </p:nvSpPr>
        <p:spPr>
          <a:xfrm>
            <a:off x="5943600" y="1752480"/>
            <a:ext cx="3200040" cy="2514240"/>
          </a:xfrm>
          <a:custGeom>
            <a:avLst/>
            <a:gdLst/>
            <a:ahLst/>
            <a:rect l="l" t="t" r="r" b="b"/>
            <a:pathLst>
              <a:path w="2016" h="1584">
                <a:moveTo>
                  <a:pt x="2016" y="0"/>
                </a:moveTo>
                <a:lnTo>
                  <a:pt x="0" y="1584"/>
                </a:lnTo>
                <a:lnTo>
                  <a:pt x="2016" y="48"/>
                </a:lnTo>
                <a:lnTo>
                  <a:pt x="2016" y="0"/>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91" name="Freeform 22"/>
          <p:cNvSpPr/>
          <p:nvPr/>
        </p:nvSpPr>
        <p:spPr>
          <a:xfrm>
            <a:off x="990720" y="4267080"/>
            <a:ext cx="4952520" cy="2590560"/>
          </a:xfrm>
          <a:custGeom>
            <a:avLst/>
            <a:gdLst/>
            <a:ahLst/>
            <a:rect l="l" t="t" r="r" b="b"/>
            <a:pathLst>
              <a:path w="3120" h="1632">
                <a:moveTo>
                  <a:pt x="0" y="1632"/>
                </a:moveTo>
                <a:lnTo>
                  <a:pt x="3120" y="0"/>
                </a:lnTo>
                <a:lnTo>
                  <a:pt x="1056" y="1632"/>
                </a:lnTo>
                <a:lnTo>
                  <a:pt x="0" y="1632"/>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92" name="Freeform 23"/>
          <p:cNvSpPr/>
          <p:nvPr/>
        </p:nvSpPr>
        <p:spPr>
          <a:xfrm>
            <a:off x="533520" y="4267080"/>
            <a:ext cx="5333760" cy="2590560"/>
          </a:xfrm>
          <a:custGeom>
            <a:avLst/>
            <a:gdLst/>
            <a:ahLst/>
            <a:rect l="l" t="t" r="r" b="b"/>
            <a:pathLst>
              <a:path w="3360" h="1632">
                <a:moveTo>
                  <a:pt x="0" y="1632"/>
                </a:moveTo>
                <a:lnTo>
                  <a:pt x="3360" y="0"/>
                </a:lnTo>
                <a:lnTo>
                  <a:pt x="144" y="1632"/>
                </a:lnTo>
                <a:lnTo>
                  <a:pt x="0" y="1632"/>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93" name="Freeform 24"/>
          <p:cNvSpPr/>
          <p:nvPr/>
        </p:nvSpPr>
        <p:spPr>
          <a:xfrm>
            <a:off x="366840" y="2438280"/>
            <a:ext cx="5638320" cy="1828440"/>
          </a:xfrm>
          <a:custGeom>
            <a:avLst/>
            <a:gdLst/>
            <a:ahLst/>
            <a:rect l="l" t="t" r="r" b="b"/>
            <a:pathLst>
              <a:path w="3552" h="1152">
                <a:moveTo>
                  <a:pt x="0" y="0"/>
                </a:moveTo>
                <a:lnTo>
                  <a:pt x="3504" y="1152"/>
                </a:lnTo>
                <a:lnTo>
                  <a:pt x="0" y="384"/>
                </a:lnTo>
                <a:lnTo>
                  <a:pt x="0" y="0"/>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94" name="Freeform 25"/>
          <p:cNvSpPr/>
          <p:nvPr/>
        </p:nvSpPr>
        <p:spPr>
          <a:xfrm>
            <a:off x="366840" y="2133720"/>
            <a:ext cx="5638320" cy="2133360"/>
          </a:xfrm>
          <a:custGeom>
            <a:avLst/>
            <a:gdLst/>
            <a:ahLst/>
            <a:rect l="l" t="t" r="r" b="b"/>
            <a:pathLst>
              <a:path w="3552" h="1344">
                <a:moveTo>
                  <a:pt x="0" y="0"/>
                </a:moveTo>
                <a:lnTo>
                  <a:pt x="3552" y="1344"/>
                </a:lnTo>
                <a:lnTo>
                  <a:pt x="0" y="48"/>
                </a:lnTo>
                <a:lnTo>
                  <a:pt x="0" y="0"/>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95" name="Freeform 26"/>
          <p:cNvSpPr/>
          <p:nvPr/>
        </p:nvSpPr>
        <p:spPr>
          <a:xfrm>
            <a:off x="4572000" y="4267080"/>
            <a:ext cx="1371240" cy="2590560"/>
          </a:xfrm>
          <a:custGeom>
            <a:avLst/>
            <a:gdLst/>
            <a:ahLst/>
            <a:rect l="l" t="t" r="r" b="b"/>
            <a:pathLst>
              <a:path w="864" h="1632">
                <a:moveTo>
                  <a:pt x="0" y="1632"/>
                </a:moveTo>
                <a:lnTo>
                  <a:pt x="96" y="1632"/>
                </a:lnTo>
                <a:lnTo>
                  <a:pt x="864" y="0"/>
                </a:lnTo>
                <a:lnTo>
                  <a:pt x="0" y="1632"/>
                </a:lnTo>
                <a:close/>
              </a:path>
            </a:pathLst>
          </a:custGeom>
          <a:solidFill>
            <a:schemeClr val="dk2">
              <a:tint val="95000"/>
              <a:alpha val="30000"/>
            </a:schemeClr>
          </a:solidFill>
          <a:ln w="9360">
            <a:noFill/>
          </a:ln>
        </p:spPr>
        <p:style>
          <a:lnRef idx="0"/>
          <a:fillRef idx="0"/>
          <a:effectRef idx="0"/>
          <a:fontRef idx="minor"/>
        </p:style>
        <p:txBody>
          <a:bodyPr anchor="t">
            <a:noAutofit/>
          </a:bodyPr>
          <a:p>
            <a:endParaRPr b="0" lang="en-US" sz="1800" strike="noStrike" u="none">
              <a:solidFill>
                <a:schemeClr val="lt1"/>
              </a:solidFill>
              <a:uFillTx/>
              <a:latin typeface="Corbel"/>
            </a:endParaRPr>
          </a:p>
        </p:txBody>
      </p:sp>
      <p:sp>
        <p:nvSpPr>
          <p:cNvPr id="96" name="PlaceHolder 1"/>
          <p:cNvSpPr>
            <a:spLocks noGrp="1"/>
          </p:cNvSpPr>
          <p:nvPr>
            <p:ph type="body"/>
          </p:nvPr>
        </p:nvSpPr>
        <p:spPr>
          <a:xfrm>
            <a:off x="707040" y="1351800"/>
            <a:ext cx="5717520" cy="977040"/>
          </a:xfrm>
          <a:prstGeom prst="rect">
            <a:avLst/>
          </a:prstGeom>
          <a:noFill/>
          <a:ln w="0">
            <a:noFill/>
          </a:ln>
        </p:spPr>
        <p:txBody>
          <a:bodyPr lIns="82440" rIns="90000" tIns="45720" bIns="0" anchor="t">
            <a:noAutofit/>
          </a:bodyPr>
          <a:p>
            <a:pPr marL="54720">
              <a:lnSpc>
                <a:spcPct val="100000"/>
              </a:lnSpc>
              <a:spcBef>
                <a:spcPts val="700"/>
              </a:spcBef>
              <a:buClr>
                <a:srgbClr val="ffffff"/>
              </a:buClr>
              <a:buSzPct val="45000"/>
              <a:buFont typeface="Wingdings" charset="2"/>
              <a:buChar char=""/>
              <a:tabLst>
                <a:tab algn="l" pos="0"/>
              </a:tabLst>
            </a:pPr>
            <a:r>
              <a:rPr b="0" lang="en-US" sz="2000" strike="noStrike" u="none">
                <a:solidFill>
                  <a:schemeClr val="lt1">
                    <a:tint val="75000"/>
                  </a:schemeClr>
                </a:solidFill>
                <a:uFillTx/>
                <a:latin typeface="Corbel"/>
              </a:rPr>
              <a:t>Click to edit Master text styles</a:t>
            </a:r>
            <a:endParaRPr b="0" lang="en-US" sz="2000" strike="noStrike" u="none">
              <a:solidFill>
                <a:schemeClr val="lt1"/>
              </a:solidFill>
              <a:uFillTx/>
              <a:latin typeface="Corbel"/>
            </a:endParaRPr>
          </a:p>
        </p:txBody>
      </p:sp>
      <p:sp>
        <p:nvSpPr>
          <p:cNvPr id="97" name="PlaceHolder 2"/>
          <p:cNvSpPr>
            <a:spLocks noGrp="1"/>
          </p:cNvSpPr>
          <p:nvPr>
            <p:ph type="dt" idx="13"/>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98" name="PlaceHolder 3"/>
          <p:cNvSpPr>
            <a:spLocks noGrp="1"/>
          </p:cNvSpPr>
          <p:nvPr>
            <p:ph type="ftr" idx="14"/>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99" name="PlaceHolder 4"/>
          <p:cNvSpPr>
            <a:spLocks noGrp="1"/>
          </p:cNvSpPr>
          <p:nvPr>
            <p:ph type="sldNum" idx="15"/>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2FB972F1-3668-4A64-A272-43BD5F09EA34}"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
        <p:nvSpPr>
          <p:cNvPr id="100" name="Rectangle 6"/>
          <p:cNvSpPr/>
          <p:nvPr/>
        </p:nvSpPr>
        <p:spPr>
          <a:xfrm>
            <a:off x="363240" y="402120"/>
            <a:ext cx="8503560" cy="885960"/>
          </a:xfrm>
          <a:prstGeom prst="rect">
            <a:avLst/>
          </a:prstGeom>
          <a:solidFill>
            <a:schemeClr val="dk2">
              <a:tint val="95000"/>
              <a:alpha val="40000"/>
            </a:schemeClr>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01" name="PlaceHolder 5"/>
          <p:cNvSpPr>
            <a:spLocks noGrp="1"/>
          </p:cNvSpPr>
          <p:nvPr>
            <p:ph type="title"/>
          </p:nvPr>
        </p:nvSpPr>
        <p:spPr>
          <a:xfrm>
            <a:off x="707040" y="511920"/>
            <a:ext cx="8156160" cy="776880"/>
          </a:xfrm>
          <a:prstGeom prst="rect">
            <a:avLst/>
          </a:prstGeom>
          <a:noFill/>
          <a:ln w="0">
            <a:noFill/>
          </a:ln>
        </p:spPr>
        <p:txBody>
          <a:bodyPr lIns="90000" rIns="90000" tIns="64080" bIns="45000" anchor="t">
            <a:noAutofit/>
          </a:bodyPr>
          <a:p>
            <a:pPr indent="0">
              <a:lnSpc>
                <a:spcPct val="100000"/>
              </a:lnSpc>
              <a:buNone/>
            </a:pPr>
            <a:r>
              <a:rPr b="0" lang="en-US" sz="3800" spc="-150" strike="noStrike" u="none">
                <a:solidFill>
                  <a:schemeClr val="lt2"/>
                </a:solidFill>
                <a:uFillTx/>
                <a:latin typeface="Consolas"/>
              </a:rPr>
              <a:t>Click to edit Master title style</a:t>
            </a:r>
            <a:endParaRPr b="0" lang="en-US" sz="3800" strike="noStrike" u="none">
              <a:solidFill>
                <a:schemeClr val="lt1"/>
              </a:solidFill>
              <a:uFillTx/>
              <a:latin typeface="Corbel"/>
            </a:endParaRPr>
          </a:p>
        </p:txBody>
      </p:sp>
      <p:sp>
        <p:nvSpPr>
          <p:cNvPr id="102" name="Rectangle 7"/>
          <p:cNvSpPr/>
          <p:nvPr/>
        </p:nvSpPr>
        <p:spPr>
          <a:xfrm flipH="1">
            <a:off x="36936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03" name="Rectangle 8"/>
          <p:cNvSpPr/>
          <p:nvPr/>
        </p:nvSpPr>
        <p:spPr>
          <a:xfrm flipH="1">
            <a:off x="40896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04" name="Rectangle 9"/>
          <p:cNvSpPr/>
          <p:nvPr/>
        </p:nvSpPr>
        <p:spPr>
          <a:xfrm flipH="1">
            <a:off x="4485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05" name="Rectangle 10"/>
          <p:cNvSpPr/>
          <p:nvPr/>
        </p:nvSpPr>
        <p:spPr>
          <a:xfrm flipH="1">
            <a:off x="47664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06" name="Rectangle 11"/>
          <p:cNvSpPr/>
          <p:nvPr/>
        </p:nvSpPr>
        <p:spPr>
          <a:xfrm>
            <a:off x="500400" y="680400"/>
            <a:ext cx="36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107" name="Rectangle 6" hidden="1"/>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08" name="Rectangle 7" hidden="1"/>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09" name="Rectangle 8" hidden="1"/>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10" name="Rectangle 9" hidden="1"/>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11" name="Rectangle 10" hidden="1"/>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112" name="Rectangle 11" hidden="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13" name="Rectangle 14" hidden="1"/>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14" name="Rectangle 15" hidden="1"/>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15" name="Rectangle 16" hidden="1"/>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16" name="PlaceHolder 1"/>
          <p:cNvSpPr>
            <a:spLocks noGrp="1"/>
          </p:cNvSpPr>
          <p:nvPr>
            <p:ph type="title"/>
          </p:nvPr>
        </p:nvSpPr>
        <p:spPr>
          <a:xfrm>
            <a:off x="457200" y="511920"/>
            <a:ext cx="82292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Click to edit Master title style</a:t>
            </a:r>
            <a:endParaRPr b="0" lang="en-US" sz="4000" strike="noStrike" u="none">
              <a:solidFill>
                <a:schemeClr val="lt1"/>
              </a:solidFill>
              <a:uFillTx/>
              <a:latin typeface="Corbel"/>
            </a:endParaRPr>
          </a:p>
        </p:txBody>
      </p:sp>
      <p:sp>
        <p:nvSpPr>
          <p:cNvPr id="117" name="PlaceHolder 2"/>
          <p:cNvSpPr>
            <a:spLocks noGrp="1"/>
          </p:cNvSpPr>
          <p:nvPr>
            <p:ph type="body"/>
          </p:nvPr>
        </p:nvSpPr>
        <p:spPr>
          <a:xfrm>
            <a:off x="464400" y="1770480"/>
            <a:ext cx="4038120" cy="4525560"/>
          </a:xfrm>
          <a:prstGeom prst="rect">
            <a:avLst/>
          </a:prstGeom>
          <a:noFill/>
          <a:ln w="0">
            <a:noFill/>
          </a:ln>
        </p:spPr>
        <p:txBody>
          <a:bodyPr lIns="90000" rIns="90000" tIns="45000" bIns="45000" anchor="t">
            <a:noAutofit/>
          </a:bodyPr>
          <a:p>
            <a:pPr marL="432000" indent="-324000">
              <a:lnSpc>
                <a:spcPct val="100000"/>
              </a:lnSpc>
              <a:spcBef>
                <a:spcPts val="700"/>
              </a:spcBef>
              <a:buClr>
                <a:srgbClr val="ffffff"/>
              </a:buClr>
              <a:buSzPct val="45000"/>
              <a:buFont typeface="Wingdings" charset="2"/>
              <a:buChar char=""/>
            </a:pPr>
            <a:r>
              <a:rPr b="0" lang="en-US" sz="2800" strike="noStrike" u="none">
                <a:solidFill>
                  <a:schemeClr val="lt1"/>
                </a:solidFill>
                <a:uFillTx/>
                <a:latin typeface="Corbel"/>
              </a:rPr>
              <a:t>Click to edit Master text styles</a:t>
            </a:r>
            <a:endParaRPr b="0" lang="en-US" sz="2800" strike="noStrike" u="none">
              <a:solidFill>
                <a:schemeClr val="lt1"/>
              </a:solidFill>
              <a:uFillTx/>
              <a:latin typeface="Corbel"/>
            </a:endParaRPr>
          </a:p>
          <a:p>
            <a:pPr lvl="1" marL="864000" indent="-324000">
              <a:lnSpc>
                <a:spcPct val="100000"/>
              </a:lnSpc>
              <a:spcBef>
                <a:spcPts val="479"/>
              </a:spcBef>
              <a:buClr>
                <a:srgbClr val="ffffff"/>
              </a:buClr>
              <a:buSzPct val="75000"/>
              <a:buFont typeface="Symbol" charset="2"/>
              <a:buChar char=""/>
            </a:pPr>
            <a:r>
              <a:rPr b="0" lang="en-US" sz="2400" strike="noStrike" u="none">
                <a:solidFill>
                  <a:schemeClr val="lt1"/>
                </a:solidFill>
                <a:uFillTx/>
                <a:latin typeface="Corbel"/>
              </a:rPr>
              <a:t>Second level</a:t>
            </a:r>
            <a:endParaRPr b="0" lang="en-US" sz="2400" strike="noStrike" u="none">
              <a:solidFill>
                <a:schemeClr val="lt1"/>
              </a:solidFill>
              <a:uFillTx/>
              <a:latin typeface="Corbel"/>
            </a:endParaRPr>
          </a:p>
          <a:p>
            <a:pPr lvl="2" marL="1296000" indent="-288000">
              <a:lnSpc>
                <a:spcPct val="100000"/>
              </a:lnSpc>
              <a:spcBef>
                <a:spcPts val="400"/>
              </a:spcBef>
              <a:buClr>
                <a:srgbClr val="ffffff"/>
              </a:buClr>
              <a:buSzPct val="45000"/>
              <a:buFont typeface="Wingdings" charset="2"/>
              <a:buChar char=""/>
            </a:pPr>
            <a:r>
              <a:rPr b="0" lang="en-US" sz="2000" strike="noStrike" u="none">
                <a:solidFill>
                  <a:schemeClr val="lt1"/>
                </a:solidFill>
                <a:uFillTx/>
                <a:latin typeface="Corbel"/>
              </a:rPr>
              <a:t>Third level</a:t>
            </a:r>
            <a:endParaRPr b="0" lang="en-US" sz="2000" strike="noStrike" u="none">
              <a:solidFill>
                <a:schemeClr val="lt1"/>
              </a:solidFill>
              <a:uFillTx/>
              <a:latin typeface="Corbel"/>
            </a:endParaRPr>
          </a:p>
          <a:p>
            <a:pPr lvl="3" marL="1728000" indent="-216000">
              <a:lnSpc>
                <a:spcPct val="100000"/>
              </a:lnSpc>
              <a:spcBef>
                <a:spcPts val="360"/>
              </a:spcBef>
              <a:buClr>
                <a:srgbClr val="ffffff"/>
              </a:buClr>
              <a:buSzPct val="75000"/>
              <a:buFont typeface="Symbol" charset="2"/>
              <a:buChar char=""/>
            </a:pPr>
            <a:r>
              <a:rPr b="0" lang="en-US" sz="1800" strike="noStrike" u="none">
                <a:solidFill>
                  <a:schemeClr val="lt1"/>
                </a:solidFill>
                <a:uFillTx/>
                <a:latin typeface="Corbel"/>
              </a:rPr>
              <a:t>Fourth level</a:t>
            </a:r>
            <a:endParaRPr b="0" lang="en-US" sz="1800" strike="noStrike" u="none">
              <a:solidFill>
                <a:schemeClr val="lt1"/>
              </a:solidFill>
              <a:uFillTx/>
              <a:latin typeface="Corbel"/>
            </a:endParaRPr>
          </a:p>
          <a:p>
            <a:pPr lvl="4" marL="2160000" indent="-216000">
              <a:lnSpc>
                <a:spcPct val="100000"/>
              </a:lnSpc>
              <a:spcBef>
                <a:spcPts val="360"/>
              </a:spcBef>
              <a:buClr>
                <a:srgbClr val="ffffff"/>
              </a:buClr>
              <a:buSzPct val="45000"/>
              <a:buFont typeface="Wingdings" charset="2"/>
              <a:buChar char=""/>
            </a:pPr>
            <a:r>
              <a:rPr b="0" lang="en-US" sz="1800" strike="noStrike" u="none">
                <a:solidFill>
                  <a:schemeClr val="lt1"/>
                </a:solidFill>
                <a:uFillTx/>
                <a:latin typeface="Corbel"/>
              </a:rPr>
              <a:t>Fifth level</a:t>
            </a:r>
            <a:endParaRPr b="0" lang="en-US" sz="1800" strike="noStrike" u="none">
              <a:solidFill>
                <a:schemeClr val="lt1"/>
              </a:solidFill>
              <a:uFillTx/>
              <a:latin typeface="Corbel"/>
            </a:endParaRPr>
          </a:p>
        </p:txBody>
      </p:sp>
      <p:sp>
        <p:nvSpPr>
          <p:cNvPr id="118" name="PlaceHolder 3"/>
          <p:cNvSpPr>
            <a:spLocks noGrp="1"/>
          </p:cNvSpPr>
          <p:nvPr>
            <p:ph type="body"/>
          </p:nvPr>
        </p:nvSpPr>
        <p:spPr>
          <a:xfrm>
            <a:off x="4655520" y="1770480"/>
            <a:ext cx="4038120" cy="452556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2800" strike="noStrike" u="none">
                <a:solidFill>
                  <a:schemeClr val="lt1"/>
                </a:solidFill>
                <a:uFillTx/>
                <a:latin typeface="Corbel"/>
              </a:rPr>
              <a:t>Click to edit Master text styles</a:t>
            </a:r>
            <a:endParaRPr b="0" lang="en-US" sz="2800" strike="noStrike" u="none">
              <a:solidFill>
                <a:schemeClr val="lt1"/>
              </a:solidFill>
              <a:uFillTx/>
              <a:latin typeface="Corbel"/>
            </a:endParaRPr>
          </a:p>
          <a:p>
            <a:pPr lvl="1" marL="740520" indent="-285840">
              <a:lnSpc>
                <a:spcPct val="100000"/>
              </a:lnSpc>
              <a:spcBef>
                <a:spcPts val="479"/>
              </a:spcBef>
              <a:buClr>
                <a:srgbClr val="ea157a"/>
              </a:buClr>
              <a:buSzPct val="90000"/>
              <a:buFont typeface="Wingdings" charset="2"/>
              <a:buChar char=""/>
            </a:pPr>
            <a:r>
              <a:rPr b="0" lang="en-US" sz="2400" strike="noStrike" u="none">
                <a:solidFill>
                  <a:schemeClr val="lt1"/>
                </a:solidFill>
                <a:uFillTx/>
                <a:latin typeface="Corbel"/>
              </a:rPr>
              <a:t>Second level</a:t>
            </a:r>
            <a:endParaRPr b="0" lang="en-US" sz="2400" strike="noStrike" u="none">
              <a:solidFill>
                <a:schemeClr val="lt1"/>
              </a:solidFill>
              <a:uFillTx/>
              <a:latin typeface="Corbel"/>
            </a:endParaRPr>
          </a:p>
          <a:p>
            <a:pPr lvl="2" marL="996840" indent="-228600">
              <a:lnSpc>
                <a:spcPct val="100000"/>
              </a:lnSpc>
              <a:spcBef>
                <a:spcPts val="400"/>
              </a:spcBef>
              <a:buClr>
                <a:srgbClr val="ea157a"/>
              </a:buClr>
              <a:buFont typeface="Wingdings 2" charset="2"/>
              <a:buChar char=""/>
            </a:pPr>
            <a:r>
              <a:rPr b="0" lang="en-US" sz="2000" strike="noStrike" u="none">
                <a:solidFill>
                  <a:schemeClr val="lt1"/>
                </a:solidFill>
                <a:uFillTx/>
                <a:latin typeface="Corbel"/>
              </a:rPr>
              <a:t>Third level</a:t>
            </a:r>
            <a:endParaRPr b="0" lang="en-US" sz="2000" strike="noStrike" u="none">
              <a:solidFill>
                <a:schemeClr val="lt1"/>
              </a:solidFill>
              <a:uFillTx/>
              <a:latin typeface="Corbel"/>
            </a:endParaRPr>
          </a:p>
          <a:p>
            <a:pPr lvl="3" marL="1261800" indent="-228600">
              <a:lnSpc>
                <a:spcPct val="100000"/>
              </a:lnSpc>
              <a:spcBef>
                <a:spcPts val="360"/>
              </a:spcBef>
              <a:buClr>
                <a:srgbClr val="feb80a"/>
              </a:buClr>
              <a:buFont typeface="Wingdings 3" charset="2"/>
              <a:buChar char=""/>
            </a:pPr>
            <a:r>
              <a:rPr b="0" lang="en-US" sz="1800" strike="noStrike" u="none">
                <a:solidFill>
                  <a:schemeClr val="lt1"/>
                </a:solidFill>
                <a:uFillTx/>
                <a:latin typeface="Corbel"/>
              </a:rPr>
              <a:t>Fourth level</a:t>
            </a:r>
            <a:endParaRPr b="0" lang="en-US" sz="1800" strike="noStrike" u="none">
              <a:solidFill>
                <a:schemeClr val="lt1"/>
              </a:solidFill>
              <a:uFillTx/>
              <a:latin typeface="Corbel"/>
            </a:endParaRPr>
          </a:p>
          <a:p>
            <a:pPr lvl="4" marL="1481400" indent="-210240">
              <a:lnSpc>
                <a:spcPct val="100000"/>
              </a:lnSpc>
              <a:spcBef>
                <a:spcPts val="360"/>
              </a:spcBef>
              <a:buClr>
                <a:srgbClr val="feb80a"/>
              </a:buClr>
              <a:buFont typeface="Wingdings 2" charset="2"/>
              <a:buChar char=""/>
            </a:pPr>
            <a:r>
              <a:rPr b="0" lang="en-US" sz="1800" strike="noStrike" u="none">
                <a:solidFill>
                  <a:schemeClr val="lt1"/>
                </a:solidFill>
                <a:uFillTx/>
                <a:latin typeface="Corbel"/>
              </a:rPr>
              <a:t>Fifth level</a:t>
            </a:r>
            <a:endParaRPr b="0" lang="en-US" sz="1800" strike="noStrike" u="none">
              <a:solidFill>
                <a:schemeClr val="lt1"/>
              </a:solidFill>
              <a:uFillTx/>
              <a:latin typeface="Corbel"/>
            </a:endParaRPr>
          </a:p>
        </p:txBody>
      </p:sp>
      <p:sp>
        <p:nvSpPr>
          <p:cNvPr id="119" name="PlaceHolder 4"/>
          <p:cNvSpPr>
            <a:spLocks noGrp="1"/>
          </p:cNvSpPr>
          <p:nvPr>
            <p:ph type="dt" idx="16"/>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120" name="PlaceHolder 5"/>
          <p:cNvSpPr>
            <a:spLocks noGrp="1"/>
          </p:cNvSpPr>
          <p:nvPr>
            <p:ph type="ftr" idx="17"/>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121" name="PlaceHolder 6"/>
          <p:cNvSpPr>
            <a:spLocks noGrp="1"/>
          </p:cNvSpPr>
          <p:nvPr>
            <p:ph type="sldNum" idx="18"/>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34062893-725F-4680-98F9-05847B4659A0}"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122" name="Rectangle 6" hidden="1"/>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23" name="Rectangle 7" hidden="1"/>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24" name="Rectangle 8" hidden="1"/>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25" name="Rectangle 9" hidden="1"/>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26" name="Rectangle 10" hidden="1"/>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127" name="Rectangle 11" hidden="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28" name="Rectangle 14" hidden="1"/>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29" name="Rectangle 15" hidden="1"/>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30" name="Rectangle 16" hidden="1"/>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31" name="Rectangle 24"/>
          <p:cNvSpPr/>
          <p:nvPr/>
        </p:nvSpPr>
        <p:spPr>
          <a:xfrm>
            <a:off x="0" y="402120"/>
            <a:ext cx="8866800" cy="885960"/>
          </a:xfrm>
          <a:prstGeom prst="rect">
            <a:avLst/>
          </a:prstGeom>
          <a:solidFill>
            <a:schemeClr val="dk2">
              <a:tint val="95000"/>
              <a:alpha val="40000"/>
            </a:schemeClr>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32" name="PlaceHolder 1"/>
          <p:cNvSpPr>
            <a:spLocks noGrp="1"/>
          </p:cNvSpPr>
          <p:nvPr>
            <p:ph type="title"/>
          </p:nvPr>
        </p:nvSpPr>
        <p:spPr>
          <a:xfrm>
            <a:off x="50472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Click to edit Master title style</a:t>
            </a:r>
            <a:endParaRPr b="0" lang="en-US" sz="4000" strike="noStrike" u="none">
              <a:solidFill>
                <a:schemeClr val="lt1"/>
              </a:solidFill>
              <a:uFillTx/>
              <a:latin typeface="Corbel"/>
            </a:endParaRPr>
          </a:p>
        </p:txBody>
      </p:sp>
      <p:sp>
        <p:nvSpPr>
          <p:cNvPr id="133" name="PlaceHolder 2"/>
          <p:cNvSpPr>
            <a:spLocks noGrp="1"/>
          </p:cNvSpPr>
          <p:nvPr>
            <p:ph type="body"/>
          </p:nvPr>
        </p:nvSpPr>
        <p:spPr>
          <a:xfrm>
            <a:off x="457200" y="1809720"/>
            <a:ext cx="4039920" cy="639360"/>
          </a:xfrm>
          <a:prstGeom prst="rect">
            <a:avLst/>
          </a:prstGeom>
          <a:noFill/>
          <a:ln w="0">
            <a:noFill/>
          </a:ln>
        </p:spPr>
        <p:txBody>
          <a:bodyPr lIns="90000" rIns="90000" tIns="45000" bIns="45000" anchor="ctr">
            <a:noAutofit/>
          </a:bodyPr>
          <a:p>
            <a:pPr marL="73080">
              <a:lnSpc>
                <a:spcPct val="100000"/>
              </a:lnSpc>
              <a:spcBef>
                <a:spcPts val="700"/>
              </a:spcBef>
              <a:buClr>
                <a:srgbClr val="ffffff"/>
              </a:buClr>
              <a:buSzPct val="45000"/>
              <a:buFont typeface="Wingdings" charset="2"/>
              <a:buChar char=""/>
              <a:tabLst>
                <a:tab algn="l" pos="0"/>
              </a:tabLst>
            </a:pPr>
            <a:r>
              <a:rPr b="1" lang="en-US" sz="2400" strike="noStrike" u="none">
                <a:solidFill>
                  <a:schemeClr val="accent2"/>
                </a:solidFill>
                <a:uFillTx/>
                <a:latin typeface="Corbel"/>
              </a:rPr>
              <a:t>Click to edit Master text styles</a:t>
            </a:r>
            <a:endParaRPr b="0" lang="en-US" sz="2400" strike="noStrike" u="none">
              <a:solidFill>
                <a:schemeClr val="lt1"/>
              </a:solidFill>
              <a:uFillTx/>
              <a:latin typeface="Corbel"/>
            </a:endParaRPr>
          </a:p>
        </p:txBody>
      </p:sp>
      <p:sp>
        <p:nvSpPr>
          <p:cNvPr id="134" name="PlaceHolder 3"/>
          <p:cNvSpPr>
            <a:spLocks noGrp="1"/>
          </p:cNvSpPr>
          <p:nvPr>
            <p:ph type="body"/>
          </p:nvPr>
        </p:nvSpPr>
        <p:spPr>
          <a:xfrm>
            <a:off x="4645080" y="1809720"/>
            <a:ext cx="4041360" cy="639360"/>
          </a:xfrm>
          <a:prstGeom prst="rect">
            <a:avLst/>
          </a:prstGeom>
          <a:noFill/>
          <a:ln w="0">
            <a:noFill/>
          </a:ln>
        </p:spPr>
        <p:txBody>
          <a:bodyPr lIns="90000" rIns="90000" tIns="45000" bIns="45000" anchor="ctr">
            <a:noAutofit/>
          </a:bodyPr>
          <a:p>
            <a:pPr marL="73080" indent="0">
              <a:lnSpc>
                <a:spcPct val="100000"/>
              </a:lnSpc>
              <a:spcBef>
                <a:spcPts val="700"/>
              </a:spcBef>
              <a:buNone/>
              <a:tabLst>
                <a:tab algn="l" pos="0"/>
              </a:tabLst>
            </a:pPr>
            <a:r>
              <a:rPr b="1" lang="en-US" sz="2400" strike="noStrike" u="none">
                <a:solidFill>
                  <a:schemeClr val="accent2"/>
                </a:solidFill>
                <a:uFillTx/>
                <a:latin typeface="Corbel"/>
              </a:rPr>
              <a:t>Click to edit Master text styles</a:t>
            </a:r>
            <a:endParaRPr b="0" lang="en-US" sz="2400" strike="noStrike" u="none">
              <a:solidFill>
                <a:schemeClr val="lt1"/>
              </a:solidFill>
              <a:uFillTx/>
              <a:latin typeface="Corbel"/>
            </a:endParaRPr>
          </a:p>
        </p:txBody>
      </p:sp>
      <p:sp>
        <p:nvSpPr>
          <p:cNvPr id="135" name="PlaceHolder 4"/>
          <p:cNvSpPr>
            <a:spLocks noGrp="1"/>
          </p:cNvSpPr>
          <p:nvPr>
            <p:ph type="body"/>
          </p:nvPr>
        </p:nvSpPr>
        <p:spPr>
          <a:xfrm>
            <a:off x="457200" y="2459160"/>
            <a:ext cx="4039920" cy="395892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2400" strike="noStrike" u="none">
                <a:solidFill>
                  <a:schemeClr val="lt1"/>
                </a:solidFill>
                <a:uFillTx/>
                <a:latin typeface="Corbel"/>
              </a:rPr>
              <a:t>Click to edit Master text styles</a:t>
            </a:r>
            <a:endParaRPr b="0" lang="en-US" sz="2400" strike="noStrike" u="none">
              <a:solidFill>
                <a:schemeClr val="lt1"/>
              </a:solidFill>
              <a:uFillTx/>
              <a:latin typeface="Corbel"/>
            </a:endParaRPr>
          </a:p>
          <a:p>
            <a:pPr lvl="1" marL="740520" indent="-285840">
              <a:lnSpc>
                <a:spcPct val="100000"/>
              </a:lnSpc>
              <a:spcBef>
                <a:spcPts val="400"/>
              </a:spcBef>
              <a:buClr>
                <a:srgbClr val="ea157a"/>
              </a:buClr>
              <a:buSzPct val="90000"/>
              <a:buFont typeface="Wingdings" charset="2"/>
              <a:buChar char=""/>
            </a:pPr>
            <a:r>
              <a:rPr b="0" lang="en-US" sz="2000" strike="noStrike" u="none">
                <a:solidFill>
                  <a:schemeClr val="lt1"/>
                </a:solidFill>
                <a:uFillTx/>
                <a:latin typeface="Corbel"/>
              </a:rPr>
              <a:t>Second level</a:t>
            </a:r>
            <a:endParaRPr b="0" lang="en-US" sz="2000" strike="noStrike" u="none">
              <a:solidFill>
                <a:schemeClr val="lt1"/>
              </a:solidFill>
              <a:uFillTx/>
              <a:latin typeface="Corbel"/>
            </a:endParaRPr>
          </a:p>
          <a:p>
            <a:pPr lvl="2" marL="996840" indent="-228600">
              <a:lnSpc>
                <a:spcPct val="100000"/>
              </a:lnSpc>
              <a:spcBef>
                <a:spcPts val="360"/>
              </a:spcBef>
              <a:buClr>
                <a:srgbClr val="ea157a"/>
              </a:buClr>
              <a:buFont typeface="Wingdings 2" charset="2"/>
              <a:buChar char=""/>
            </a:pPr>
            <a:r>
              <a:rPr b="0" lang="en-US" sz="1800" strike="noStrike" u="none">
                <a:solidFill>
                  <a:schemeClr val="lt1"/>
                </a:solidFill>
                <a:uFillTx/>
                <a:latin typeface="Corbel"/>
              </a:rPr>
              <a:t>Third level</a:t>
            </a:r>
            <a:endParaRPr b="0" lang="en-US" sz="1800" strike="noStrike" u="none">
              <a:solidFill>
                <a:schemeClr val="lt1"/>
              </a:solidFill>
              <a:uFillTx/>
              <a:latin typeface="Corbel"/>
            </a:endParaRPr>
          </a:p>
          <a:p>
            <a:pPr lvl="3" marL="1261800" indent="-228600">
              <a:lnSpc>
                <a:spcPct val="100000"/>
              </a:lnSpc>
              <a:spcBef>
                <a:spcPts val="320"/>
              </a:spcBef>
              <a:buClr>
                <a:srgbClr val="feb80a"/>
              </a:buClr>
              <a:buFont typeface="Wingdings 3" charset="2"/>
              <a:buChar char=""/>
            </a:pPr>
            <a:r>
              <a:rPr b="0" lang="en-US" sz="1600" strike="noStrike" u="none">
                <a:solidFill>
                  <a:schemeClr val="lt1"/>
                </a:solidFill>
                <a:uFillTx/>
                <a:latin typeface="Corbel"/>
              </a:rPr>
              <a:t>Fourth level</a:t>
            </a:r>
            <a:endParaRPr b="0" lang="en-US" sz="1600" strike="noStrike" u="none">
              <a:solidFill>
                <a:schemeClr val="lt1"/>
              </a:solidFill>
              <a:uFillTx/>
              <a:latin typeface="Corbel"/>
            </a:endParaRPr>
          </a:p>
          <a:p>
            <a:pPr lvl="4" marL="1481400" indent="-210240">
              <a:lnSpc>
                <a:spcPct val="100000"/>
              </a:lnSpc>
              <a:spcBef>
                <a:spcPts val="320"/>
              </a:spcBef>
              <a:buClr>
                <a:srgbClr val="feb80a"/>
              </a:buClr>
              <a:buFont typeface="Wingdings 2" charset="2"/>
              <a:buChar char=""/>
            </a:pPr>
            <a:r>
              <a:rPr b="0" lang="en-US" sz="1600" strike="noStrike" u="none">
                <a:solidFill>
                  <a:schemeClr val="lt1"/>
                </a:solidFill>
                <a:uFillTx/>
                <a:latin typeface="Corbel"/>
              </a:rPr>
              <a:t>Fifth level</a:t>
            </a:r>
            <a:endParaRPr b="0" lang="en-US" sz="1600" strike="noStrike" u="none">
              <a:solidFill>
                <a:schemeClr val="lt1"/>
              </a:solidFill>
              <a:uFillTx/>
              <a:latin typeface="Corbel"/>
            </a:endParaRPr>
          </a:p>
        </p:txBody>
      </p:sp>
      <p:sp>
        <p:nvSpPr>
          <p:cNvPr id="136" name="PlaceHolder 5"/>
          <p:cNvSpPr>
            <a:spLocks noGrp="1"/>
          </p:cNvSpPr>
          <p:nvPr>
            <p:ph type="body"/>
          </p:nvPr>
        </p:nvSpPr>
        <p:spPr>
          <a:xfrm>
            <a:off x="4645080" y="2459160"/>
            <a:ext cx="4041360" cy="395892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2400" strike="noStrike" u="none">
                <a:solidFill>
                  <a:schemeClr val="lt1"/>
                </a:solidFill>
                <a:uFillTx/>
                <a:latin typeface="Corbel"/>
              </a:rPr>
              <a:t>Click to edit Master text styles</a:t>
            </a:r>
            <a:endParaRPr b="0" lang="en-US" sz="2400" strike="noStrike" u="none">
              <a:solidFill>
                <a:schemeClr val="lt1"/>
              </a:solidFill>
              <a:uFillTx/>
              <a:latin typeface="Corbel"/>
            </a:endParaRPr>
          </a:p>
          <a:p>
            <a:pPr lvl="1" marL="740520" indent="-285840">
              <a:lnSpc>
                <a:spcPct val="100000"/>
              </a:lnSpc>
              <a:spcBef>
                <a:spcPts val="400"/>
              </a:spcBef>
              <a:buClr>
                <a:srgbClr val="ea157a"/>
              </a:buClr>
              <a:buSzPct val="90000"/>
              <a:buFont typeface="Wingdings" charset="2"/>
              <a:buChar char=""/>
            </a:pPr>
            <a:r>
              <a:rPr b="0" lang="en-US" sz="2000" strike="noStrike" u="none">
                <a:solidFill>
                  <a:schemeClr val="lt1"/>
                </a:solidFill>
                <a:uFillTx/>
                <a:latin typeface="Corbel"/>
              </a:rPr>
              <a:t>Second level</a:t>
            </a:r>
            <a:endParaRPr b="0" lang="en-US" sz="2000" strike="noStrike" u="none">
              <a:solidFill>
                <a:schemeClr val="lt1"/>
              </a:solidFill>
              <a:uFillTx/>
              <a:latin typeface="Corbel"/>
            </a:endParaRPr>
          </a:p>
          <a:p>
            <a:pPr lvl="2" marL="996840" indent="-228600">
              <a:lnSpc>
                <a:spcPct val="100000"/>
              </a:lnSpc>
              <a:spcBef>
                <a:spcPts val="360"/>
              </a:spcBef>
              <a:buClr>
                <a:srgbClr val="ea157a"/>
              </a:buClr>
              <a:buFont typeface="Wingdings 2" charset="2"/>
              <a:buChar char=""/>
            </a:pPr>
            <a:r>
              <a:rPr b="0" lang="en-US" sz="1800" strike="noStrike" u="none">
                <a:solidFill>
                  <a:schemeClr val="lt1"/>
                </a:solidFill>
                <a:uFillTx/>
                <a:latin typeface="Corbel"/>
              </a:rPr>
              <a:t>Third level</a:t>
            </a:r>
            <a:endParaRPr b="0" lang="en-US" sz="1800" strike="noStrike" u="none">
              <a:solidFill>
                <a:schemeClr val="lt1"/>
              </a:solidFill>
              <a:uFillTx/>
              <a:latin typeface="Corbel"/>
            </a:endParaRPr>
          </a:p>
          <a:p>
            <a:pPr lvl="3" marL="1261800" indent="-228600">
              <a:lnSpc>
                <a:spcPct val="100000"/>
              </a:lnSpc>
              <a:spcBef>
                <a:spcPts val="320"/>
              </a:spcBef>
              <a:buClr>
                <a:srgbClr val="feb80a"/>
              </a:buClr>
              <a:buFont typeface="Wingdings 3" charset="2"/>
              <a:buChar char=""/>
            </a:pPr>
            <a:r>
              <a:rPr b="0" lang="en-US" sz="1600" strike="noStrike" u="none">
                <a:solidFill>
                  <a:schemeClr val="lt1"/>
                </a:solidFill>
                <a:uFillTx/>
                <a:latin typeface="Corbel"/>
              </a:rPr>
              <a:t>Fourth level</a:t>
            </a:r>
            <a:endParaRPr b="0" lang="en-US" sz="1600" strike="noStrike" u="none">
              <a:solidFill>
                <a:schemeClr val="lt1"/>
              </a:solidFill>
              <a:uFillTx/>
              <a:latin typeface="Corbel"/>
            </a:endParaRPr>
          </a:p>
          <a:p>
            <a:pPr lvl="4" marL="1481400" indent="-210240">
              <a:lnSpc>
                <a:spcPct val="100000"/>
              </a:lnSpc>
              <a:spcBef>
                <a:spcPts val="320"/>
              </a:spcBef>
              <a:buClr>
                <a:srgbClr val="feb80a"/>
              </a:buClr>
              <a:buFont typeface="Wingdings 2" charset="2"/>
              <a:buChar char=""/>
            </a:pPr>
            <a:r>
              <a:rPr b="0" lang="en-US" sz="1600" strike="noStrike" u="none">
                <a:solidFill>
                  <a:schemeClr val="lt1"/>
                </a:solidFill>
                <a:uFillTx/>
                <a:latin typeface="Corbel"/>
              </a:rPr>
              <a:t>Fifth level</a:t>
            </a:r>
            <a:endParaRPr b="0" lang="en-US" sz="1600" strike="noStrike" u="none">
              <a:solidFill>
                <a:schemeClr val="lt1"/>
              </a:solidFill>
              <a:uFillTx/>
              <a:latin typeface="Corbel"/>
            </a:endParaRPr>
          </a:p>
        </p:txBody>
      </p:sp>
      <p:sp>
        <p:nvSpPr>
          <p:cNvPr id="137" name="PlaceHolder 6"/>
          <p:cNvSpPr>
            <a:spLocks noGrp="1"/>
          </p:cNvSpPr>
          <p:nvPr>
            <p:ph type="dt" idx="19"/>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138" name="PlaceHolder 7"/>
          <p:cNvSpPr>
            <a:spLocks noGrp="1"/>
          </p:cNvSpPr>
          <p:nvPr>
            <p:ph type="ftr" idx="20"/>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139" name="PlaceHolder 8"/>
          <p:cNvSpPr>
            <a:spLocks noGrp="1"/>
          </p:cNvSpPr>
          <p:nvPr>
            <p:ph type="sldNum" idx="21"/>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7F4B55DE-0B27-41FC-8A97-B2FC7C237B91}"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
        <p:nvSpPr>
          <p:cNvPr id="140" name="Rectangle 15"/>
          <p:cNvSpPr/>
          <p:nvPr/>
        </p:nvSpPr>
        <p:spPr>
          <a:xfrm>
            <a:off x="87840" y="680400"/>
            <a:ext cx="45360" cy="3654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41" name="Rectangle 16"/>
          <p:cNvSpPr/>
          <p:nvPr/>
        </p:nvSpPr>
        <p:spPr>
          <a:xfrm>
            <a:off x="47160" y="680400"/>
            <a:ext cx="27000" cy="3654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42" name="Rectangle 17"/>
          <p:cNvSpPr/>
          <p:nvPr/>
        </p:nvSpPr>
        <p:spPr>
          <a:xfrm>
            <a:off x="28080" y="680400"/>
            <a:ext cx="8640" cy="3654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43" name="Rectangle 18"/>
          <p:cNvSpPr/>
          <p:nvPr/>
        </p:nvSpPr>
        <p:spPr>
          <a:xfrm>
            <a:off x="0" y="680400"/>
            <a:ext cx="8640" cy="3654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44" name="Rectangle 19"/>
          <p:cNvSpPr/>
          <p:nvPr/>
        </p:nvSpPr>
        <p:spPr>
          <a:xfrm flipH="1">
            <a:off x="147600" y="680400"/>
            <a:ext cx="27000" cy="3654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45" name="Rectangle 20"/>
          <p:cNvSpPr/>
          <p:nvPr/>
        </p:nvSpPr>
        <p:spPr>
          <a:xfrm flipH="1">
            <a:off x="187200" y="680400"/>
            <a:ext cx="27000" cy="3654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46" name="Rectangle 21"/>
          <p:cNvSpPr/>
          <p:nvPr/>
        </p:nvSpPr>
        <p:spPr>
          <a:xfrm flipH="1">
            <a:off x="226800" y="680400"/>
            <a:ext cx="8640" cy="3654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47" name="Rectangle 28"/>
          <p:cNvSpPr/>
          <p:nvPr/>
        </p:nvSpPr>
        <p:spPr>
          <a:xfrm flipH="1">
            <a:off x="254880" y="680400"/>
            <a:ext cx="8640" cy="3654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48" name="Rectangle 29"/>
          <p:cNvSpPr/>
          <p:nvPr/>
        </p:nvSpPr>
        <p:spPr>
          <a:xfrm>
            <a:off x="278640" y="680400"/>
            <a:ext cx="36360" cy="3654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149" name="Rectangle 6"/>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50" name="Rectangle 7"/>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51" name="Rectangle 8"/>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52" name="Rectangle 9"/>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53" name="Rectangle 10"/>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154" name="Rectangle 1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55" name="Rectangle 14"/>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56" name="Rectangle 15"/>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57" name="Rectangle 16"/>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58"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Click to edit Master title style</a:t>
            </a:r>
            <a:endParaRPr b="0" lang="en-US" sz="4000" strike="noStrike" u="none">
              <a:solidFill>
                <a:schemeClr val="lt1"/>
              </a:solidFill>
              <a:uFillTx/>
              <a:latin typeface="Corbel"/>
            </a:endParaRPr>
          </a:p>
        </p:txBody>
      </p:sp>
      <p:sp>
        <p:nvSpPr>
          <p:cNvPr id="159" name="PlaceHolder 2"/>
          <p:cNvSpPr>
            <a:spLocks noGrp="1"/>
          </p:cNvSpPr>
          <p:nvPr>
            <p:ph type="dt" idx="22"/>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160" name="PlaceHolder 3"/>
          <p:cNvSpPr>
            <a:spLocks noGrp="1"/>
          </p:cNvSpPr>
          <p:nvPr>
            <p:ph type="ftr" idx="23"/>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161" name="PlaceHolder 4"/>
          <p:cNvSpPr>
            <a:spLocks noGrp="1"/>
          </p:cNvSpPr>
          <p:nvPr>
            <p:ph type="sldNum" idx="24"/>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4624A44D-131A-4924-B46E-6297A7856A13}"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162" name="Rectangle 6" hidden="1"/>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63" name="Rectangle 7" hidden="1"/>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64" name="Rectangle 8" hidden="1"/>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65" name="Rectangle 9" hidden="1"/>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66" name="Rectangle 10" hidden="1"/>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167" name="Rectangle 11" hidden="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68" name="Rectangle 14" hidden="1"/>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69" name="Rectangle 15" hidden="1"/>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70" name="Rectangle 16" hidden="1"/>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71" name="PlaceHolder 1"/>
          <p:cNvSpPr>
            <a:spLocks noGrp="1"/>
          </p:cNvSpPr>
          <p:nvPr>
            <p:ph type="dt" idx="25"/>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172" name="PlaceHolder 2"/>
          <p:cNvSpPr>
            <a:spLocks noGrp="1"/>
          </p:cNvSpPr>
          <p:nvPr>
            <p:ph type="ftr" idx="26"/>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173" name="PlaceHolder 3"/>
          <p:cNvSpPr>
            <a:spLocks noGrp="1"/>
          </p:cNvSpPr>
          <p:nvPr>
            <p:ph type="sldNum" idx="27"/>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D45F3311-680B-4A5C-B2FA-1044911F164B}"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Tree>
  </p:cSld>
  <p:clrMap bg1="lt1" tx1="dk1" bg2="lt2" tx2="dk2" accent1="accent1" accent2="accent2" accent3="accent3" accent4="accent4" accent5="accent5" accent6="accent6" hlink="hlink" folHlink="folHlink"/>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174" name="Rectangle 6"/>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75" name="Rectangle 7"/>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76" name="Rectangle 8"/>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77" name="Rectangle 9"/>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78" name="Rectangle 10"/>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179" name="Rectangle 1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80" name="Rectangle 14"/>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81" name="Rectangle 15"/>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82" name="Rectangle 16"/>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83" name="PlaceHolder 1"/>
          <p:cNvSpPr>
            <a:spLocks noGrp="1"/>
          </p:cNvSpPr>
          <p:nvPr>
            <p:ph type="title"/>
          </p:nvPr>
        </p:nvSpPr>
        <p:spPr>
          <a:xfrm>
            <a:off x="685800" y="272880"/>
            <a:ext cx="8229240" cy="1161720"/>
          </a:xfrm>
          <a:prstGeom prst="rect">
            <a:avLst/>
          </a:prstGeom>
          <a:noFill/>
          <a:ln w="0">
            <a:noFill/>
          </a:ln>
        </p:spPr>
        <p:txBody>
          <a:bodyPr lIns="90000" rIns="90000" tIns="45000" bIns="45000" anchor="ctr">
            <a:noAutofit/>
          </a:bodyPr>
          <a:p>
            <a:pPr indent="0">
              <a:lnSpc>
                <a:spcPct val="100000"/>
              </a:lnSpc>
              <a:buNone/>
            </a:pPr>
            <a:r>
              <a:rPr b="0" lang="en-US" sz="3600" spc="-99" strike="noStrike" u="none">
                <a:solidFill>
                  <a:schemeClr val="lt2"/>
                </a:solidFill>
                <a:uFillTx/>
                <a:latin typeface="Consolas"/>
              </a:rPr>
              <a:t>Click to edit Master title style</a:t>
            </a:r>
            <a:endParaRPr b="0" lang="en-US" sz="3600" strike="noStrike" u="none">
              <a:solidFill>
                <a:schemeClr val="lt1"/>
              </a:solidFill>
              <a:uFillTx/>
              <a:latin typeface="Corbel"/>
            </a:endParaRPr>
          </a:p>
        </p:txBody>
      </p:sp>
      <p:sp>
        <p:nvSpPr>
          <p:cNvPr id="184" name="PlaceHolder 2"/>
          <p:cNvSpPr>
            <a:spLocks noGrp="1"/>
          </p:cNvSpPr>
          <p:nvPr>
            <p:ph type="body"/>
          </p:nvPr>
        </p:nvSpPr>
        <p:spPr>
          <a:xfrm>
            <a:off x="685800" y="1434960"/>
            <a:ext cx="2514240" cy="4571640"/>
          </a:xfrm>
          <a:prstGeom prst="rect">
            <a:avLst/>
          </a:prstGeom>
          <a:noFill/>
          <a:ln w="0">
            <a:noFill/>
          </a:ln>
        </p:spPr>
        <p:txBody>
          <a:bodyPr lIns="90000" rIns="90000" tIns="45000" bIns="45000" anchor="t">
            <a:noAutofit/>
          </a:bodyPr>
          <a:p>
            <a:pPr marL="54720">
              <a:lnSpc>
                <a:spcPct val="100000"/>
              </a:lnSpc>
              <a:spcBef>
                <a:spcPts val="700"/>
              </a:spcBef>
              <a:buClr>
                <a:srgbClr val="ffffff"/>
              </a:buClr>
              <a:buSzPct val="45000"/>
              <a:buFont typeface="Wingdings" charset="2"/>
              <a:buChar char=""/>
              <a:tabLst>
                <a:tab algn="l" pos="0"/>
              </a:tabLst>
            </a:pPr>
            <a:r>
              <a:rPr b="0" lang="en-US" sz="1800" strike="noStrike" u="none">
                <a:solidFill>
                  <a:schemeClr val="lt1"/>
                </a:solidFill>
                <a:uFillTx/>
                <a:latin typeface="Corbel"/>
              </a:rPr>
              <a:t>Click to edit Master text styles</a:t>
            </a:r>
            <a:endParaRPr b="0" lang="en-US" sz="1800" strike="noStrike" u="none">
              <a:solidFill>
                <a:schemeClr val="lt1"/>
              </a:solidFill>
              <a:uFillTx/>
              <a:latin typeface="Corbel"/>
            </a:endParaRPr>
          </a:p>
        </p:txBody>
      </p:sp>
      <p:sp>
        <p:nvSpPr>
          <p:cNvPr id="185" name="PlaceHolder 3"/>
          <p:cNvSpPr>
            <a:spLocks noGrp="1"/>
          </p:cNvSpPr>
          <p:nvPr>
            <p:ph type="body"/>
          </p:nvPr>
        </p:nvSpPr>
        <p:spPr>
          <a:xfrm>
            <a:off x="3429000" y="1434960"/>
            <a:ext cx="5486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200" strike="noStrike" u="none">
                <a:solidFill>
                  <a:schemeClr val="lt1"/>
                </a:solidFill>
                <a:uFillTx/>
                <a:latin typeface="Corbel"/>
              </a:rPr>
              <a:t>Click to edit Master text styles</a:t>
            </a:r>
            <a:endParaRPr b="0" lang="en-US" sz="3200" strike="noStrike" u="none">
              <a:solidFill>
                <a:schemeClr val="lt1"/>
              </a:solidFill>
              <a:uFillTx/>
              <a:latin typeface="Corbel"/>
            </a:endParaRPr>
          </a:p>
          <a:p>
            <a:pPr lvl="1" marL="740520" indent="-285840">
              <a:lnSpc>
                <a:spcPct val="100000"/>
              </a:lnSpc>
              <a:spcBef>
                <a:spcPts val="561"/>
              </a:spcBef>
              <a:buClr>
                <a:srgbClr val="ea157a"/>
              </a:buClr>
              <a:buSzPct val="90000"/>
              <a:buFont typeface="Wingdings" charset="2"/>
              <a:buChar char=""/>
            </a:pPr>
            <a:r>
              <a:rPr b="0" lang="en-US" sz="2800" strike="noStrike" u="none">
                <a:solidFill>
                  <a:schemeClr val="lt1"/>
                </a:solidFill>
                <a:uFillTx/>
                <a:latin typeface="Corbel"/>
              </a:rPr>
              <a:t>Second level</a:t>
            </a:r>
            <a:endParaRPr b="0" lang="en-US" sz="2800" strike="noStrike" u="none">
              <a:solidFill>
                <a:schemeClr val="lt1"/>
              </a:solidFill>
              <a:uFillTx/>
              <a:latin typeface="Corbel"/>
            </a:endParaRPr>
          </a:p>
          <a:p>
            <a:pPr lvl="2" marL="996840" indent="-228600">
              <a:lnSpc>
                <a:spcPct val="100000"/>
              </a:lnSpc>
              <a:spcBef>
                <a:spcPts val="479"/>
              </a:spcBef>
              <a:buClr>
                <a:srgbClr val="ea157a"/>
              </a:buClr>
              <a:buFont typeface="Wingdings 2" charset="2"/>
              <a:buChar char=""/>
            </a:pPr>
            <a:r>
              <a:rPr b="0" lang="en-US" sz="2400" strike="noStrike" u="none">
                <a:solidFill>
                  <a:schemeClr val="lt1"/>
                </a:solidFill>
                <a:uFillTx/>
                <a:latin typeface="Corbel"/>
              </a:rPr>
              <a:t>Third level</a:t>
            </a:r>
            <a:endParaRPr b="0" lang="en-US" sz="2400" strike="noStrike" u="none">
              <a:solidFill>
                <a:schemeClr val="lt1"/>
              </a:solidFill>
              <a:uFillTx/>
              <a:latin typeface="Corbel"/>
            </a:endParaRPr>
          </a:p>
          <a:p>
            <a:pPr lvl="3" marL="1261800" indent="-228600">
              <a:lnSpc>
                <a:spcPct val="100000"/>
              </a:lnSpc>
              <a:spcBef>
                <a:spcPts val="400"/>
              </a:spcBef>
              <a:buClr>
                <a:srgbClr val="feb80a"/>
              </a:buClr>
              <a:buFont typeface="Wingdings 3" charset="2"/>
              <a:buChar char=""/>
            </a:pPr>
            <a:r>
              <a:rPr b="0" lang="en-US" sz="2000" strike="noStrike" u="none">
                <a:solidFill>
                  <a:schemeClr val="lt1"/>
                </a:solidFill>
                <a:uFillTx/>
                <a:latin typeface="Corbel"/>
              </a:rPr>
              <a:t>Fourth level</a:t>
            </a:r>
            <a:endParaRPr b="0" lang="en-US" sz="2000" strike="noStrike" u="none">
              <a:solidFill>
                <a:schemeClr val="lt1"/>
              </a:solidFill>
              <a:uFillTx/>
              <a:latin typeface="Corbel"/>
            </a:endParaRPr>
          </a:p>
          <a:p>
            <a:pPr lvl="4" marL="1481400" indent="-210240">
              <a:lnSpc>
                <a:spcPct val="100000"/>
              </a:lnSpc>
              <a:spcBef>
                <a:spcPts val="400"/>
              </a:spcBef>
              <a:buClr>
                <a:srgbClr val="feb80a"/>
              </a:buClr>
              <a:buFont typeface="Wingdings 2" charset="2"/>
              <a:buChar char=""/>
            </a:pPr>
            <a:r>
              <a:rPr b="0" lang="en-US" sz="2000" strike="noStrike" u="none">
                <a:solidFill>
                  <a:schemeClr val="lt1"/>
                </a:solidFill>
                <a:uFillTx/>
                <a:latin typeface="Corbel"/>
              </a:rPr>
              <a:t>Fifth level</a:t>
            </a:r>
            <a:endParaRPr b="0" lang="en-US" sz="2000" strike="noStrike" u="none">
              <a:solidFill>
                <a:schemeClr val="lt1"/>
              </a:solidFill>
              <a:uFillTx/>
              <a:latin typeface="Corbel"/>
            </a:endParaRPr>
          </a:p>
        </p:txBody>
      </p:sp>
      <p:sp>
        <p:nvSpPr>
          <p:cNvPr id="186" name="PlaceHolder 4"/>
          <p:cNvSpPr>
            <a:spLocks noGrp="1"/>
          </p:cNvSpPr>
          <p:nvPr>
            <p:ph type="dt" idx="28"/>
          </p:nvPr>
        </p:nvSpPr>
        <p:spPr>
          <a:xfrm>
            <a:off x="6477120" y="64166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187" name="PlaceHolder 5"/>
          <p:cNvSpPr>
            <a:spLocks noGrp="1"/>
          </p:cNvSpPr>
          <p:nvPr>
            <p:ph type="ftr" idx="29"/>
          </p:nvPr>
        </p:nvSpPr>
        <p:spPr>
          <a:xfrm>
            <a:off x="914400" y="64166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188" name="PlaceHolder 6"/>
          <p:cNvSpPr>
            <a:spLocks noGrp="1"/>
          </p:cNvSpPr>
          <p:nvPr>
            <p:ph type="sldNum" idx="30"/>
          </p:nvPr>
        </p:nvSpPr>
        <p:spPr>
          <a:xfrm>
            <a:off x="8610480" y="64166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21D3E5FA-57FD-4A49-B590-4644795B36C0}"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5000">
              <a:srgbClr val="000000"/>
            </a:gs>
            <a:gs pos="100000">
              <a:srgbClr val="5b77a8"/>
            </a:gs>
          </a:gsLst>
          <a:lin ang="5400000"/>
        </a:gradFill>
      </p:bgPr>
    </p:bg>
    <p:spTree>
      <p:nvGrpSpPr>
        <p:cNvPr id="1" name=""/>
        <p:cNvGrpSpPr/>
        <p:nvPr/>
      </p:nvGrpSpPr>
      <p:grpSpPr>
        <a:xfrm>
          <a:off x="0" y="0"/>
          <a:ext cx="0" cy="0"/>
          <a:chOff x="0" y="0"/>
          <a:chExt cx="0" cy="0"/>
        </a:xfrm>
      </p:grpSpPr>
      <p:sp>
        <p:nvSpPr>
          <p:cNvPr id="189" name="Rectangle 6"/>
          <p:cNvSpPr/>
          <p:nvPr/>
        </p:nvSpPr>
        <p:spPr>
          <a:xfrm>
            <a:off x="0" y="0"/>
            <a:ext cx="365400" cy="6854040"/>
          </a:xfrm>
          <a:prstGeom prst="rect">
            <a:avLst/>
          </a:prstGeom>
          <a:solidFill>
            <a:srgbClr val="ffffff"/>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90" name="Rectangle 7"/>
          <p:cNvSpPr/>
          <p:nvPr/>
        </p:nvSpPr>
        <p:spPr>
          <a:xfrm>
            <a:off x="255240" y="5047560"/>
            <a:ext cx="72720" cy="169128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91" name="Rectangle 8"/>
          <p:cNvSpPr/>
          <p:nvPr/>
        </p:nvSpPr>
        <p:spPr>
          <a:xfrm>
            <a:off x="255240" y="4796640"/>
            <a:ext cx="72720" cy="228240"/>
          </a:xfrm>
          <a:prstGeom prst="rect">
            <a:avLst/>
          </a:prstGeom>
          <a:solidFill>
            <a:schemeClr val="accent3"/>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92" name="Rectangle 9"/>
          <p:cNvSpPr/>
          <p:nvPr/>
        </p:nvSpPr>
        <p:spPr>
          <a:xfrm>
            <a:off x="255240" y="4637520"/>
            <a:ext cx="72720" cy="136800"/>
          </a:xfrm>
          <a:prstGeom prst="rect">
            <a:avLst/>
          </a:prstGeom>
          <a:solidFill>
            <a:schemeClr val="dk2"/>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93" name="Rectangle 10"/>
          <p:cNvSpPr/>
          <p:nvPr/>
        </p:nvSpPr>
        <p:spPr>
          <a:xfrm>
            <a:off x="255240" y="4542480"/>
            <a:ext cx="72720" cy="72720"/>
          </a:xfrm>
          <a:prstGeom prst="rect">
            <a:avLst/>
          </a:prstGeom>
          <a:solidFill>
            <a:schemeClr val="accent2"/>
          </a:solidFill>
          <a:ln w="50760">
            <a:noFill/>
          </a:ln>
          <a:effectLst>
            <a:glow rad="63360">
              <a:srgbClr val="ffffff">
                <a:alpha val="45000"/>
              </a:srgbClr>
            </a:glow>
          </a:effectLst>
        </p:spPr>
        <p:style>
          <a:lnRef idx="0"/>
          <a:fillRef idx="0"/>
          <a:effectRef idx="0"/>
          <a:fontRef idx="minor"/>
        </p:style>
        <p:txBody>
          <a:bodyPr lIns="90000" rIns="90000" tIns="28080" bIns="28080" anchor="ctr">
            <a:noAutofit/>
          </a:bodyPr>
          <a:p>
            <a:endParaRPr b="0" lang="en-US" sz="1800" strike="noStrike" u="none">
              <a:solidFill>
                <a:schemeClr val="lt1"/>
              </a:solidFill>
              <a:uFillTx/>
              <a:latin typeface="Corbel"/>
            </a:endParaRPr>
          </a:p>
        </p:txBody>
      </p:sp>
      <p:sp>
        <p:nvSpPr>
          <p:cNvPr id="194" name="Rectangle 11"/>
          <p:cNvSpPr/>
          <p:nvPr/>
        </p:nvSpPr>
        <p:spPr>
          <a:xfrm>
            <a:off x="309600" y="680400"/>
            <a:ext cx="4536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95" name="Rectangle 14"/>
          <p:cNvSpPr/>
          <p:nvPr/>
        </p:nvSpPr>
        <p:spPr>
          <a:xfrm>
            <a:off x="268920" y="680400"/>
            <a:ext cx="2700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96" name="Rectangle 15"/>
          <p:cNvSpPr/>
          <p:nvPr/>
        </p:nvSpPr>
        <p:spPr>
          <a:xfrm>
            <a:off x="25020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97" name="Rectangle 16"/>
          <p:cNvSpPr/>
          <p:nvPr/>
        </p:nvSpPr>
        <p:spPr>
          <a:xfrm>
            <a:off x="221760" y="680400"/>
            <a:ext cx="8640" cy="36540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sp>
        <p:nvSpPr>
          <p:cNvPr id="198" name="Rectangle 7"/>
          <p:cNvSpPr/>
          <p:nvPr/>
        </p:nvSpPr>
        <p:spPr>
          <a:xfrm>
            <a:off x="367920" y="0"/>
            <a:ext cx="8777880" cy="1877760"/>
          </a:xfrm>
          <a:prstGeom prst="rect">
            <a:avLst/>
          </a:prstGeom>
          <a:solidFill>
            <a:srgbClr val="000000"/>
          </a:solidFill>
          <a:ln w="50760">
            <a:noFill/>
          </a:ln>
          <a:effectLst>
            <a:glow rad="63360">
              <a:srgbClr val="ffffff">
                <a:alpha val="45000"/>
              </a:srgbClr>
            </a:glow>
          </a:effectLst>
        </p:spPr>
        <p:style>
          <a:lnRef idx="0"/>
          <a:fillRef idx="0"/>
          <a:effectRef idx="0"/>
          <a:fontRef idx="minor"/>
        </p:style>
        <p:txBody>
          <a:bodyPr lIns="90000" rIns="90000" tIns="45000" bIns="45000" anchor="ctr">
            <a:noAutofit/>
          </a:bodyPr>
          <a:p>
            <a:endParaRPr b="0" lang="en-US" sz="1800" strike="noStrike" u="none">
              <a:solidFill>
                <a:schemeClr val="lt1"/>
              </a:solidFill>
              <a:uFillTx/>
              <a:latin typeface="Corbel"/>
            </a:endParaRPr>
          </a:p>
        </p:txBody>
      </p:sp>
      <p:cxnSp>
        <p:nvCxnSpPr>
          <p:cNvPr id="199" name="Straight Connector 8"/>
          <p:cNvCxnSpPr/>
          <p:nvPr/>
        </p:nvCxnSpPr>
        <p:spPr>
          <a:xfrm>
            <a:off x="362880" y="1884960"/>
            <a:ext cx="8783280" cy="360"/>
          </a:xfrm>
          <a:prstGeom prst="straightConnector1">
            <a:avLst/>
          </a:prstGeom>
          <a:ln w="19080">
            <a:solidFill>
              <a:srgbClr val="ffffff"/>
            </a:solidFill>
            <a:miter/>
          </a:ln>
        </p:spPr>
      </p:cxnSp>
      <p:grpSp>
        <p:nvGrpSpPr>
          <p:cNvPr id="200" name="Group 9"/>
          <p:cNvGrpSpPr/>
          <p:nvPr/>
        </p:nvGrpSpPr>
        <p:grpSpPr>
          <a:xfrm>
            <a:off x="8516520" y="1216800"/>
            <a:ext cx="128520" cy="132840"/>
            <a:chOff x="8516520" y="1216800"/>
            <a:chExt cx="128520" cy="132840"/>
          </a:xfrm>
        </p:grpSpPr>
        <p:cxnSp>
          <p:nvCxnSpPr>
            <p:cNvPr id="201" name="Straight Connector 14"/>
            <p:cNvCxnSpPr/>
            <p:nvPr/>
          </p:nvCxnSpPr>
          <p:spPr>
            <a:xfrm>
              <a:off x="8572320" y="1216800"/>
              <a:ext cx="73080" cy="66600"/>
            </a:xfrm>
            <a:prstGeom prst="straightConnector1">
              <a:avLst/>
            </a:prstGeom>
            <a:ln cap="rnd" w="25560">
              <a:solidFill>
                <a:srgbClr val="ffffff"/>
              </a:solidFill>
              <a:round/>
            </a:ln>
          </p:spPr>
        </p:cxnSp>
        <p:cxnSp>
          <p:nvCxnSpPr>
            <p:cNvPr id="202" name="Straight Connector 15"/>
            <p:cNvCxnSpPr/>
            <p:nvPr/>
          </p:nvCxnSpPr>
          <p:spPr>
            <a:xfrm flipV="1">
              <a:off x="8516520" y="1283040"/>
              <a:ext cx="103680" cy="720"/>
            </a:xfrm>
            <a:prstGeom prst="straightConnector1">
              <a:avLst/>
            </a:prstGeom>
            <a:ln cap="rnd" w="25560">
              <a:solidFill>
                <a:srgbClr val="ffffff"/>
              </a:solidFill>
              <a:round/>
            </a:ln>
          </p:spPr>
        </p:cxnSp>
        <p:cxnSp>
          <p:nvCxnSpPr>
            <p:cNvPr id="203" name="Straight Connector 16"/>
            <p:cNvCxnSpPr/>
            <p:nvPr/>
          </p:nvCxnSpPr>
          <p:spPr>
            <a:xfrm flipV="1">
              <a:off x="8572320" y="1281960"/>
              <a:ext cx="73080" cy="68040"/>
            </a:xfrm>
            <a:prstGeom prst="straightConnector1">
              <a:avLst/>
            </a:prstGeom>
            <a:ln cap="rnd" w="25560">
              <a:solidFill>
                <a:srgbClr val="ffffff"/>
              </a:solidFill>
              <a:round/>
            </a:ln>
          </p:spPr>
        </p:cxnSp>
      </p:grpSp>
      <p:sp>
        <p:nvSpPr>
          <p:cNvPr id="204" name="PlaceHolder 1"/>
          <p:cNvSpPr>
            <a:spLocks noGrp="1"/>
          </p:cNvSpPr>
          <p:nvPr>
            <p:ph type="title"/>
          </p:nvPr>
        </p:nvSpPr>
        <p:spPr>
          <a:xfrm>
            <a:off x="914400" y="441360"/>
            <a:ext cx="6857640" cy="701280"/>
          </a:xfrm>
          <a:prstGeom prst="rect">
            <a:avLst/>
          </a:prstGeom>
          <a:noFill/>
          <a:ln w="0">
            <a:noFill/>
          </a:ln>
        </p:spPr>
        <p:txBody>
          <a:bodyPr lIns="90000" rIns="90000" tIns="45000" bIns="45000" anchor="b">
            <a:noAutofit/>
          </a:bodyPr>
          <a:p>
            <a:pPr indent="0">
              <a:lnSpc>
                <a:spcPct val="100000"/>
              </a:lnSpc>
              <a:buNone/>
            </a:pPr>
            <a:r>
              <a:rPr b="0" lang="en-US" sz="2100" spc="-99" strike="noStrike" u="none">
                <a:solidFill>
                  <a:schemeClr val="lt2"/>
                </a:solidFill>
                <a:uFillTx/>
                <a:latin typeface="Consolas"/>
              </a:rPr>
              <a:t>Click to edit Master title style</a:t>
            </a:r>
            <a:endParaRPr b="0" lang="en-US" sz="2100" strike="noStrike" u="none">
              <a:solidFill>
                <a:schemeClr val="lt1"/>
              </a:solidFill>
              <a:uFillTx/>
              <a:latin typeface="Corbel"/>
            </a:endParaRPr>
          </a:p>
        </p:txBody>
      </p:sp>
      <p:sp>
        <p:nvSpPr>
          <p:cNvPr id="205" name="PlaceHolder 2"/>
          <p:cNvSpPr>
            <a:spLocks noGrp="1"/>
          </p:cNvSpPr>
          <p:nvPr>
            <p:ph type="body"/>
          </p:nvPr>
        </p:nvSpPr>
        <p:spPr>
          <a:xfrm>
            <a:off x="367920" y="1893960"/>
            <a:ext cx="8777880" cy="4959720"/>
          </a:xfrm>
          <a:prstGeom prst="rect">
            <a:avLst/>
          </a:prstGeom>
          <a:solidFill>
            <a:schemeClr val="dk2"/>
          </a:solidFill>
          <a:ln w="0">
            <a:noFill/>
          </a:ln>
        </p:spPr>
        <p:txBody>
          <a:bodyPr lIns="90000" rIns="90000" tIns="45000" bIns="45000" anchor="t">
            <a:noAutofit/>
          </a:bodyPr>
          <a:p>
            <a:pPr marL="432000" indent="-324000" defTabSz="914400">
              <a:lnSpc>
                <a:spcPct val="100000"/>
              </a:lnSpc>
              <a:buClr>
                <a:srgbClr val="ffffff"/>
              </a:buClr>
              <a:buSzPct val="45000"/>
              <a:buFont typeface="Wingdings" charset="2"/>
              <a:buChar char=""/>
              <a:tabLst>
                <a:tab algn="l" pos="0"/>
              </a:tabLst>
            </a:pPr>
            <a:r>
              <a:rPr b="0" lang="en-US" sz="3200" strike="noStrike" u="none">
                <a:solidFill>
                  <a:schemeClr val="lt1"/>
                </a:solidFill>
                <a:uFillTx/>
                <a:latin typeface="Corbel"/>
              </a:rPr>
              <a:t>Click icon to add picture</a:t>
            </a:r>
            <a:endParaRPr b="0" lang="en-US" sz="3200" strike="noStrike" u="none">
              <a:solidFill>
                <a:schemeClr val="lt1"/>
              </a:solidFill>
              <a:uFillTx/>
              <a:latin typeface="Corbel"/>
            </a:endParaRPr>
          </a:p>
        </p:txBody>
      </p:sp>
      <p:sp>
        <p:nvSpPr>
          <p:cNvPr id="206" name="PlaceHolder 3"/>
          <p:cNvSpPr>
            <a:spLocks noGrp="1"/>
          </p:cNvSpPr>
          <p:nvPr>
            <p:ph type="body"/>
          </p:nvPr>
        </p:nvSpPr>
        <p:spPr>
          <a:xfrm>
            <a:off x="914400" y="1150200"/>
            <a:ext cx="6857640" cy="685440"/>
          </a:xfrm>
          <a:prstGeom prst="rect">
            <a:avLst/>
          </a:prstGeom>
          <a:noFill/>
          <a:ln w="0">
            <a:noFill/>
          </a:ln>
        </p:spPr>
        <p:txBody>
          <a:bodyPr lIns="90000" rIns="90000" tIns="45000" bIns="45000" anchor="t">
            <a:noAutofit/>
          </a:bodyPr>
          <a:p>
            <a:pPr marL="27360" indent="0">
              <a:lnSpc>
                <a:spcPct val="100000"/>
              </a:lnSpc>
              <a:buNone/>
              <a:tabLst>
                <a:tab algn="l" pos="0"/>
              </a:tabLst>
            </a:pPr>
            <a:r>
              <a:rPr b="0" lang="en-US" sz="1400" strike="noStrike" u="none">
                <a:solidFill>
                  <a:srgbClr val="ffffff"/>
                </a:solidFill>
                <a:uFillTx/>
                <a:latin typeface="Corbel"/>
              </a:rPr>
              <a:t>Click to edit Master text styles</a:t>
            </a:r>
            <a:endParaRPr b="0" lang="en-US" sz="1400" strike="noStrike" u="none">
              <a:solidFill>
                <a:schemeClr val="lt1"/>
              </a:solidFill>
              <a:uFillTx/>
              <a:latin typeface="Corbel"/>
            </a:endParaRPr>
          </a:p>
        </p:txBody>
      </p:sp>
      <p:grpSp>
        <p:nvGrpSpPr>
          <p:cNvPr id="207" name="Group 13"/>
          <p:cNvGrpSpPr/>
          <p:nvPr/>
        </p:nvGrpSpPr>
        <p:grpSpPr>
          <a:xfrm>
            <a:off x="8668800" y="1369440"/>
            <a:ext cx="128520" cy="132480"/>
            <a:chOff x="8668800" y="1369440"/>
            <a:chExt cx="128520" cy="132480"/>
          </a:xfrm>
        </p:grpSpPr>
        <p:cxnSp>
          <p:nvCxnSpPr>
            <p:cNvPr id="208" name="Straight Connector 10"/>
            <p:cNvCxnSpPr/>
            <p:nvPr/>
          </p:nvCxnSpPr>
          <p:spPr>
            <a:xfrm>
              <a:off x="8724960" y="1369440"/>
              <a:ext cx="72720" cy="66240"/>
            </a:xfrm>
            <a:prstGeom prst="straightConnector1">
              <a:avLst/>
            </a:prstGeom>
            <a:ln cap="rnd" w="25560">
              <a:solidFill>
                <a:srgbClr val="ffffff"/>
              </a:solidFill>
              <a:round/>
            </a:ln>
          </p:spPr>
        </p:cxnSp>
        <p:cxnSp>
          <p:nvCxnSpPr>
            <p:cNvPr id="209" name="Straight Connector 11"/>
            <p:cNvCxnSpPr/>
            <p:nvPr/>
          </p:nvCxnSpPr>
          <p:spPr>
            <a:xfrm flipV="1">
              <a:off x="8668800" y="1435320"/>
              <a:ext cx="103680" cy="720"/>
            </a:xfrm>
            <a:prstGeom prst="straightConnector1">
              <a:avLst/>
            </a:prstGeom>
            <a:ln cap="rnd" w="25560">
              <a:solidFill>
                <a:srgbClr val="ffffff"/>
              </a:solidFill>
              <a:round/>
            </a:ln>
          </p:spPr>
        </p:cxnSp>
        <p:cxnSp>
          <p:nvCxnSpPr>
            <p:cNvPr id="210" name="Straight Connector 12"/>
            <p:cNvCxnSpPr/>
            <p:nvPr/>
          </p:nvCxnSpPr>
          <p:spPr>
            <a:xfrm flipV="1">
              <a:off x="8724960" y="1434600"/>
              <a:ext cx="72720" cy="67680"/>
            </a:xfrm>
            <a:prstGeom prst="straightConnector1">
              <a:avLst/>
            </a:prstGeom>
            <a:ln cap="rnd" w="25560">
              <a:solidFill>
                <a:srgbClr val="ffffff"/>
              </a:solidFill>
              <a:round/>
            </a:ln>
          </p:spPr>
        </p:cxnSp>
      </p:grpSp>
      <p:grpSp>
        <p:nvGrpSpPr>
          <p:cNvPr id="211" name="Group 17"/>
          <p:cNvGrpSpPr/>
          <p:nvPr/>
        </p:nvGrpSpPr>
        <p:grpSpPr>
          <a:xfrm>
            <a:off x="8322120" y="1472400"/>
            <a:ext cx="128520" cy="132840"/>
            <a:chOff x="8322120" y="1472400"/>
            <a:chExt cx="128520" cy="132840"/>
          </a:xfrm>
        </p:grpSpPr>
        <p:cxnSp>
          <p:nvCxnSpPr>
            <p:cNvPr id="212" name="Straight Connector 18"/>
            <p:cNvCxnSpPr/>
            <p:nvPr/>
          </p:nvCxnSpPr>
          <p:spPr>
            <a:xfrm>
              <a:off x="8377920" y="1472400"/>
              <a:ext cx="73080" cy="66240"/>
            </a:xfrm>
            <a:prstGeom prst="straightConnector1">
              <a:avLst/>
            </a:prstGeom>
            <a:ln cap="rnd" w="25560">
              <a:solidFill>
                <a:srgbClr val="ffffff"/>
              </a:solidFill>
              <a:round/>
            </a:ln>
          </p:spPr>
        </p:cxnSp>
        <p:cxnSp>
          <p:nvCxnSpPr>
            <p:cNvPr id="213" name="Straight Connector 19"/>
            <p:cNvCxnSpPr/>
            <p:nvPr/>
          </p:nvCxnSpPr>
          <p:spPr>
            <a:xfrm flipV="1">
              <a:off x="8322120" y="1538280"/>
              <a:ext cx="103320" cy="720"/>
            </a:xfrm>
            <a:prstGeom prst="straightConnector1">
              <a:avLst/>
            </a:prstGeom>
            <a:ln cap="rnd" w="25560">
              <a:solidFill>
                <a:srgbClr val="ffffff"/>
              </a:solidFill>
              <a:round/>
            </a:ln>
          </p:spPr>
        </p:cxnSp>
        <p:cxnSp>
          <p:nvCxnSpPr>
            <p:cNvPr id="214" name="Straight Connector 20"/>
            <p:cNvCxnSpPr/>
            <p:nvPr/>
          </p:nvCxnSpPr>
          <p:spPr>
            <a:xfrm flipV="1">
              <a:off x="8377920" y="1537560"/>
              <a:ext cx="73080" cy="68040"/>
            </a:xfrm>
            <a:prstGeom prst="straightConnector1">
              <a:avLst/>
            </a:prstGeom>
            <a:ln cap="rnd" w="25560">
              <a:solidFill>
                <a:srgbClr val="ffffff"/>
              </a:solidFill>
              <a:round/>
            </a:ln>
          </p:spPr>
        </p:cxnSp>
      </p:grpSp>
      <p:sp>
        <p:nvSpPr>
          <p:cNvPr id="215" name="PlaceHolder 4"/>
          <p:cNvSpPr>
            <a:spLocks noGrp="1"/>
          </p:cNvSpPr>
          <p:nvPr>
            <p:ph type="dt" idx="31"/>
          </p:nvPr>
        </p:nvSpPr>
        <p:spPr>
          <a:xfrm>
            <a:off x="6477120" y="55440"/>
            <a:ext cx="2133360" cy="364680"/>
          </a:xfrm>
          <a:prstGeom prst="rect">
            <a:avLst/>
          </a:prstGeom>
          <a:noFill/>
          <a:ln w="0">
            <a:noFill/>
          </a:ln>
        </p:spPr>
        <p:txBody>
          <a:bodyPr lIns="90000" rIns="90000" tIns="45000" bIns="45000" anchor="b">
            <a:noAutofit/>
          </a:bodyPr>
          <a:lstStyle>
            <a:lvl1pPr indent="0" defTabSz="914400">
              <a:lnSpc>
                <a:spcPct val="100000"/>
              </a:lnSpc>
              <a:buNone/>
              <a:defRPr b="0" lang="en-US" sz="1100" strike="noStrike" u="none">
                <a:solidFill>
                  <a:schemeClr val="lt2"/>
                </a:solidFill>
                <a:uFillTx/>
                <a:latin typeface="Corbel"/>
              </a:defRPr>
            </a:lvl1pPr>
          </a:lstStyle>
          <a:p>
            <a:pPr indent="0" defTabSz="914400">
              <a:lnSpc>
                <a:spcPct val="100000"/>
              </a:lnSpc>
              <a:buNone/>
            </a:pPr>
            <a:r>
              <a:rPr b="0" lang="en-US" sz="1100" strike="noStrike" u="none">
                <a:solidFill>
                  <a:schemeClr val="lt2"/>
                </a:solidFill>
                <a:uFillTx/>
                <a:latin typeface="Corbel"/>
              </a:rPr>
              <a:t>&lt;date/time&gt;</a:t>
            </a:r>
            <a:endParaRPr b="0" lang="en-US" sz="1100" strike="noStrike" u="none">
              <a:solidFill>
                <a:srgbClr val="ffffff"/>
              </a:solidFill>
              <a:uFillTx/>
              <a:latin typeface="Nimbus Roman"/>
            </a:endParaRPr>
          </a:p>
        </p:txBody>
      </p:sp>
      <p:sp>
        <p:nvSpPr>
          <p:cNvPr id="216" name="PlaceHolder 5"/>
          <p:cNvSpPr>
            <a:spLocks noGrp="1"/>
          </p:cNvSpPr>
          <p:nvPr>
            <p:ph type="ftr" idx="32"/>
          </p:nvPr>
        </p:nvSpPr>
        <p:spPr>
          <a:xfrm>
            <a:off x="914400" y="55440"/>
            <a:ext cx="5562360" cy="364680"/>
          </a:xfrm>
          <a:prstGeom prst="rect">
            <a:avLst/>
          </a:prstGeom>
          <a:noFill/>
          <a:ln w="0">
            <a:noFill/>
          </a:ln>
        </p:spPr>
        <p:txBody>
          <a:bodyPr lIns="90000" rIns="90000" tIns="45000" bIns="45000" anchor="b">
            <a:noAutofit/>
          </a:bodyPr>
          <a:lstStyle>
            <a:lvl1pPr indent="0" algn="ctr">
              <a:buNone/>
              <a:defRPr b="0" lang="en-US" sz="1400" strike="noStrike" u="none">
                <a:solidFill>
                  <a:srgbClr val="ffffff"/>
                </a:solidFill>
                <a:uFillTx/>
                <a:latin typeface="Nimbus Roman"/>
              </a:defRPr>
            </a:lvl1pPr>
          </a:lstStyle>
          <a:p>
            <a:pPr indent="0" algn="ctr">
              <a:buNone/>
            </a:pPr>
            <a:r>
              <a:rPr b="0" lang="en-US" sz="1400" strike="noStrike" u="none">
                <a:solidFill>
                  <a:srgbClr val="ffffff"/>
                </a:solidFill>
                <a:uFillTx/>
                <a:latin typeface="Nimbus Roman"/>
              </a:rPr>
              <a:t>&lt;footer&gt;</a:t>
            </a:r>
            <a:endParaRPr b="0" lang="en-US" sz="1400" strike="noStrike" u="none">
              <a:solidFill>
                <a:srgbClr val="ffffff"/>
              </a:solidFill>
              <a:uFillTx/>
              <a:latin typeface="Nimbus Roman"/>
            </a:endParaRPr>
          </a:p>
        </p:txBody>
      </p:sp>
      <p:sp>
        <p:nvSpPr>
          <p:cNvPr id="217" name="PlaceHolder 6"/>
          <p:cNvSpPr>
            <a:spLocks noGrp="1"/>
          </p:cNvSpPr>
          <p:nvPr>
            <p:ph type="sldNum" idx="33"/>
          </p:nvPr>
        </p:nvSpPr>
        <p:spPr>
          <a:xfrm>
            <a:off x="8610480" y="55440"/>
            <a:ext cx="456840" cy="364680"/>
          </a:xfrm>
          <a:prstGeom prst="rect">
            <a:avLst/>
          </a:prstGeom>
          <a:noFill/>
          <a:ln w="0">
            <a:noFill/>
          </a:ln>
        </p:spPr>
        <p:txBody>
          <a:bodyPr lIns="90000" rIns="90000" tIns="45000" bIns="45000" anchor="b">
            <a:noAutofit/>
          </a:bodyPr>
          <a:lstStyle>
            <a:lvl1pPr indent="0" defTabSz="914400">
              <a:lnSpc>
                <a:spcPct val="100000"/>
              </a:lnSpc>
              <a:buNone/>
              <a:defRPr b="0" lang="en-US" sz="1200" strike="noStrike" u="none">
                <a:solidFill>
                  <a:schemeClr val="lt2"/>
                </a:solidFill>
                <a:uFillTx/>
                <a:latin typeface="Corbel"/>
              </a:defRPr>
            </a:lvl1pPr>
          </a:lstStyle>
          <a:p>
            <a:pPr indent="0" defTabSz="914400">
              <a:lnSpc>
                <a:spcPct val="100000"/>
              </a:lnSpc>
              <a:buNone/>
            </a:pPr>
            <a:fld id="{7306631D-4076-4149-B864-218A7247B53F}" type="slidenum">
              <a:rPr b="0" lang="en-US" sz="1200" strike="noStrike" u="none">
                <a:solidFill>
                  <a:schemeClr val="lt2"/>
                </a:solidFill>
                <a:uFillTx/>
                <a:latin typeface="Corbel"/>
              </a:rPr>
              <a:t>&lt;number&gt;</a:t>
            </a:fld>
            <a:endParaRPr b="0" lang="en-US" sz="1200" strike="noStrike" u="none">
              <a:solidFill>
                <a:srgbClr val="ffffff"/>
              </a:solidFill>
              <a:uFillTx/>
              <a:latin typeface="Nimbus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CRITICAL READING…..</a:t>
            </a:r>
            <a:endParaRPr b="0" lang="en-US" sz="4000" strike="noStrike" u="none">
              <a:solidFill>
                <a:schemeClr val="lt1"/>
              </a:solidFill>
              <a:uFillTx/>
              <a:latin typeface="Corbel"/>
            </a:endParaRPr>
          </a:p>
        </p:txBody>
      </p:sp>
      <p:sp>
        <p:nvSpPr>
          <p:cNvPr id="219"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Concentrated, Active and Engaged Reading</a:t>
            </a:r>
            <a:endParaRPr b="0" lang="en-US" sz="3000" strike="noStrike" u="none">
              <a:solidFill>
                <a:schemeClr val="lt1"/>
              </a:solidFill>
              <a:uFillTx/>
              <a:latin typeface="Corbel"/>
            </a:endParaRPr>
          </a:p>
          <a:p>
            <a:pPr indent="0">
              <a:lnSpc>
                <a:spcPct val="100000"/>
              </a:lnSpc>
              <a:spcBef>
                <a:spcPts val="700"/>
              </a:spcBef>
              <a:buNone/>
            </a:pP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Engaging the author in a dialogue</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Importance of critical reading….</a:t>
            </a:r>
            <a:endParaRPr b="0" lang="en-US" sz="4000" strike="noStrike" u="none">
              <a:solidFill>
                <a:schemeClr val="lt1"/>
              </a:solidFill>
              <a:uFillTx/>
              <a:latin typeface="Corbel"/>
            </a:endParaRPr>
          </a:p>
        </p:txBody>
      </p:sp>
      <p:sp>
        <p:nvSpPr>
          <p:cNvPr id="221"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Better grades and deep learning, which should be your highest goal.</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You become more informed and a fuller human being.</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Critical reading will pay you intellectual rewards far beyond what you can imagine!</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Critical Reading……</a:t>
            </a:r>
            <a:endParaRPr b="0" lang="en-US" sz="4000" strike="noStrike" u="none">
              <a:solidFill>
                <a:schemeClr val="lt1"/>
              </a:solidFill>
              <a:uFillTx/>
              <a:latin typeface="Corbel"/>
            </a:endParaRPr>
          </a:p>
        </p:txBody>
      </p:sp>
      <p:sp>
        <p:nvSpPr>
          <p:cNvPr id="223"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In its core, it involves </a:t>
            </a:r>
            <a:r>
              <a:rPr b="0" lang="en-US" sz="3000" strike="noStrike" u="sng">
                <a:solidFill>
                  <a:schemeClr val="lt1"/>
                </a:solidFill>
                <a:uFillTx/>
                <a:latin typeface="Corbel"/>
              </a:rPr>
              <a:t>annotating a text</a:t>
            </a:r>
            <a:r>
              <a:rPr b="0" lang="en-US" sz="3000" strike="noStrike" u="none">
                <a:solidFill>
                  <a:schemeClr val="lt1"/>
                </a:solidFill>
                <a:uFillTx/>
                <a:latin typeface="Corbel"/>
              </a:rPr>
              <a:t>: (</a:t>
            </a:r>
            <a:r>
              <a:rPr b="0" i="1" lang="en-US" sz="3000" strike="noStrike" u="none">
                <a:solidFill>
                  <a:schemeClr val="lt1"/>
                </a:solidFill>
                <a:uFillTx/>
                <a:latin typeface="Corbel"/>
              </a:rPr>
              <a:t>underlining and writing key words in the margins)</a:t>
            </a:r>
            <a:endParaRPr b="0" lang="en-US" sz="3000" strike="noStrike" u="none">
              <a:solidFill>
                <a:schemeClr val="lt1"/>
              </a:solidFill>
              <a:uFillTx/>
              <a:latin typeface="Corbel"/>
            </a:endParaRPr>
          </a:p>
          <a:p>
            <a:pPr indent="0">
              <a:lnSpc>
                <a:spcPct val="100000"/>
              </a:lnSpc>
              <a:spcBef>
                <a:spcPts val="700"/>
              </a:spcBef>
              <a:buNone/>
            </a:pP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Steps to critical reading..</a:t>
            </a:r>
            <a:endParaRPr b="0" lang="en-US" sz="4000" strike="noStrike" u="none">
              <a:solidFill>
                <a:schemeClr val="lt1"/>
              </a:solidFill>
              <a:uFillTx/>
              <a:latin typeface="Corbel"/>
            </a:endParaRPr>
          </a:p>
        </p:txBody>
      </p:sp>
      <p:sp>
        <p:nvSpPr>
          <p:cNvPr id="225"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Find a quiet place to read: You must be able to concentrate to read critically…..turn of f  distractions.</a:t>
            </a:r>
            <a:endParaRPr b="0" lang="en-US" sz="3000" strike="noStrike" u="none">
              <a:solidFill>
                <a:schemeClr val="lt1"/>
              </a:solidFill>
              <a:uFillTx/>
              <a:latin typeface="Corbel"/>
            </a:endParaRPr>
          </a:p>
          <a:p>
            <a:pPr indent="0">
              <a:lnSpc>
                <a:spcPct val="100000"/>
              </a:lnSpc>
              <a:spcBef>
                <a:spcPts val="700"/>
              </a:spcBef>
              <a:buNone/>
            </a:pP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 </a:t>
            </a:r>
            <a:r>
              <a:rPr b="0" lang="en-US" sz="3000" strike="noStrike" u="none">
                <a:solidFill>
                  <a:schemeClr val="lt1"/>
                </a:solidFill>
                <a:uFillTx/>
                <a:latin typeface="Corbel"/>
              </a:rPr>
              <a:t>You can’t use all your mental capacity if you can’t concentrate.</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Pre-read/Preview </a:t>
            </a:r>
            <a:endParaRPr b="0" lang="en-US" sz="4000" strike="noStrike" u="none">
              <a:solidFill>
                <a:schemeClr val="lt1"/>
              </a:solidFill>
              <a:uFillTx/>
              <a:latin typeface="Corbel"/>
            </a:endParaRPr>
          </a:p>
        </p:txBody>
      </p:sp>
      <p:sp>
        <p:nvSpPr>
          <p:cNvPr id="227"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Skim over the article,book,passage etc…</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Get a good idea of how much you must read and what it will entail…</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Pay attention to chapter titles,headings,highlighted sections and illustrations.</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Am I about to tackle?</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Pencil in hand!</a:t>
            </a:r>
            <a:endParaRPr b="0" lang="en-US" sz="4000" strike="noStrike" u="none">
              <a:solidFill>
                <a:schemeClr val="lt1"/>
              </a:solidFill>
              <a:uFillTx/>
              <a:latin typeface="Corbel"/>
            </a:endParaRPr>
          </a:p>
        </p:txBody>
      </p:sp>
      <p:sp>
        <p:nvSpPr>
          <p:cNvPr id="229"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sng">
                <a:solidFill>
                  <a:schemeClr val="lt1"/>
                </a:solidFill>
                <a:uFillTx/>
                <a:latin typeface="Corbel"/>
              </a:rPr>
              <a:t>Annotation</a:t>
            </a:r>
            <a:r>
              <a:rPr b="0" lang="en-US" sz="3000" strike="noStrike" u="none">
                <a:solidFill>
                  <a:schemeClr val="lt1"/>
                </a:solidFill>
                <a:uFillTx/>
                <a:latin typeface="Corbel"/>
              </a:rPr>
              <a:t> is the heart of critical reading</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Underlining and writing in the margins</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Underline key points, topic sentences</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Highlight key words and terms by drawing a box around them…</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Annotation….</a:t>
            </a:r>
            <a:endParaRPr b="0" lang="en-US" sz="4000" strike="noStrike" u="none">
              <a:solidFill>
                <a:schemeClr val="lt1"/>
              </a:solidFill>
              <a:uFillTx/>
              <a:latin typeface="Corbel"/>
            </a:endParaRPr>
          </a:p>
        </p:txBody>
      </p:sp>
      <p:sp>
        <p:nvSpPr>
          <p:cNvPr id="231"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Write key ideas/main points in the margins</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When revising, you may go through the points you have written in the margins or in your notebook</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*studies show that even if you never look at a text again, if you have annotated it well, you will retain more than if you had merely read the book without marking it.</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Dictionary…</a:t>
            </a:r>
            <a:endParaRPr b="0" lang="en-US" sz="4000" strike="noStrike" u="none">
              <a:solidFill>
                <a:schemeClr val="lt1"/>
              </a:solidFill>
              <a:uFillTx/>
              <a:latin typeface="Corbel"/>
            </a:endParaRPr>
          </a:p>
        </p:txBody>
      </p:sp>
      <p:sp>
        <p:nvSpPr>
          <p:cNvPr id="233"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Look up unfamiliar words/phrases in the dictionary and write the definitions in the margins</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Ask Questions….</a:t>
            </a:r>
            <a:endParaRPr b="0" lang="en-US" sz="4000" strike="noStrike" u="none">
              <a:solidFill>
                <a:schemeClr val="lt1"/>
              </a:solidFill>
              <a:uFillTx/>
              <a:latin typeface="Corbel"/>
            </a:endParaRPr>
          </a:p>
        </p:txBody>
      </p:sp>
      <p:sp>
        <p:nvSpPr>
          <p:cNvPr id="235" name="PlaceHolder 2"/>
          <p:cNvSpPr>
            <a:spLocks noGrp="1"/>
          </p:cNvSpPr>
          <p:nvPr>
            <p:ph/>
          </p:nvPr>
        </p:nvSpPr>
        <p:spPr>
          <a:xfrm>
            <a:off x="878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does the title mean? Why does the author begin the text this way? What is the writer’s main point? Why did the writer use that argument or that example? </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Engage in a dialogue with the writer as you read</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The writer is talking to you, talk back with questions and write the key questions in the margins.</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Ask Questions……</a:t>
            </a:r>
            <a:endParaRPr b="0" lang="en-US" sz="4000" strike="noStrike" u="none">
              <a:solidFill>
                <a:schemeClr val="lt1"/>
              </a:solidFill>
              <a:uFillTx/>
              <a:latin typeface="Corbel"/>
            </a:endParaRPr>
          </a:p>
        </p:txBody>
      </p:sp>
      <p:sp>
        <p:nvSpPr>
          <p:cNvPr id="237"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Ask “how?” “Why?” and “So What ?” questions. Don't just read what the writer is saying (although it’s important)</a:t>
            </a:r>
            <a:endParaRPr b="0" lang="en-US" sz="3000" strike="noStrike" u="none">
              <a:solidFill>
                <a:schemeClr val="lt1"/>
              </a:solidFill>
              <a:uFillTx/>
              <a:latin typeface="Corbel"/>
            </a:endParaRPr>
          </a:p>
          <a:p>
            <a:pPr indent="0">
              <a:lnSpc>
                <a:spcPct val="100000"/>
              </a:lnSpc>
              <a:spcBef>
                <a:spcPts val="700"/>
              </a:spcBef>
              <a:buNone/>
            </a:pP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Read to figure out how, why and so what. These are deep analytic questions.</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Elements of Reasoning….</a:t>
            </a:r>
            <a:endParaRPr b="0" lang="en-US" sz="4000" strike="noStrike" u="none">
              <a:solidFill>
                <a:schemeClr val="lt1"/>
              </a:solidFill>
              <a:uFillTx/>
              <a:latin typeface="Corbel"/>
            </a:endParaRPr>
          </a:p>
        </p:txBody>
      </p:sp>
      <p:sp>
        <p:nvSpPr>
          <p:cNvPr id="239"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As you read and after you have read, try and find and think about the elements of reasoning: Purpose, question at issue, point of view,information,implications,assumptions,conclusions….These are aspects of critical reading/thinking</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Connections….</a:t>
            </a:r>
            <a:endParaRPr b="0" lang="en-US" sz="4000" strike="noStrike" u="none">
              <a:solidFill>
                <a:schemeClr val="lt1"/>
              </a:solidFill>
              <a:uFillTx/>
              <a:latin typeface="Corbel"/>
            </a:endParaRPr>
          </a:p>
        </p:txBody>
      </p:sp>
      <p:sp>
        <p:nvSpPr>
          <p:cNvPr id="241"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Have you  read anything else by this writer?</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Is this text like anything you have read before?</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Does this text relate to something you have learnt /learning in another course or something from your experience?</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Make emotional /personal connections and write them down in the margins</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Own the information….</a:t>
            </a:r>
            <a:endParaRPr b="0" lang="en-US" sz="4000" strike="noStrike" u="none">
              <a:solidFill>
                <a:schemeClr val="lt1"/>
              </a:solidFill>
              <a:uFillTx/>
              <a:latin typeface="Corbel"/>
            </a:endParaRPr>
          </a:p>
        </p:txBody>
      </p:sp>
      <p:sp>
        <p:nvSpPr>
          <p:cNvPr id="243"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Try to put the author’s  ideas into your own words when you take notes. This will help you understand better</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Strategies for close reading…..</a:t>
            </a:r>
            <a:endParaRPr b="0" lang="en-US" sz="4000" strike="noStrike" u="none">
              <a:solidFill>
                <a:schemeClr val="lt1"/>
              </a:solidFill>
              <a:uFillTx/>
              <a:latin typeface="Corbel"/>
            </a:endParaRPr>
          </a:p>
        </p:txBody>
      </p:sp>
      <p:sp>
        <p:nvSpPr>
          <p:cNvPr id="245"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sng">
                <a:solidFill>
                  <a:schemeClr val="lt1"/>
                </a:solidFill>
                <a:uFillTx/>
                <a:latin typeface="Corbel"/>
              </a:rPr>
              <a:t>Close reading</a:t>
            </a:r>
            <a:r>
              <a:rPr b="0" lang="en-US" sz="3000" strike="noStrike" u="none">
                <a:solidFill>
                  <a:schemeClr val="lt1"/>
                </a:solidFill>
                <a:uFillTx/>
                <a:latin typeface="Corbel"/>
              </a:rPr>
              <a:t>: </a:t>
            </a:r>
            <a:endParaRPr b="0" lang="en-US" sz="3000" strike="noStrike" u="none">
              <a:solidFill>
                <a:schemeClr val="lt1"/>
              </a:solidFill>
              <a:uFillTx/>
              <a:latin typeface="Corbel"/>
            </a:endParaRPr>
          </a:p>
          <a:p>
            <a:pPr marL="411480" indent="-343080">
              <a:lnSpc>
                <a:spcPct val="100000"/>
              </a:lnSpc>
              <a:spcBef>
                <a:spcPts val="700"/>
              </a:spcBef>
              <a:buNone/>
              <a:tabLst>
                <a:tab algn="l" pos="0"/>
              </a:tabLst>
            </a:pPr>
            <a:r>
              <a:rPr b="0" lang="en-US" sz="3000" strike="noStrike" u="none">
                <a:solidFill>
                  <a:schemeClr val="lt1"/>
                </a:solidFill>
                <a:uFillTx/>
                <a:latin typeface="Corbel"/>
              </a:rPr>
              <a:t>    </a:t>
            </a:r>
            <a:r>
              <a:rPr b="0" lang="en-US" sz="3000" strike="noStrike" u="none">
                <a:solidFill>
                  <a:schemeClr val="lt1"/>
                </a:solidFill>
                <a:uFillTx/>
                <a:latin typeface="Corbel"/>
              </a:rPr>
              <a:t>One in which we make decisions about what the text means as we read it, keep track of author’s ideas and points and connect these new ideas with what we already know. Marking the text while we read facilitates this process.</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Look for….:</a:t>
            </a:r>
            <a:endParaRPr b="0" lang="en-US" sz="4000" strike="noStrike" u="none">
              <a:solidFill>
                <a:schemeClr val="lt1"/>
              </a:solidFill>
              <a:uFillTx/>
              <a:latin typeface="Corbel"/>
            </a:endParaRPr>
          </a:p>
        </p:txBody>
      </p:sp>
      <p:sp>
        <p:nvSpPr>
          <p:cNvPr id="247"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The main question or issue in each chapter/section (aim,objective,main idea)</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Fundamental concepts and their explanations or descriptions</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Important conclusions</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Unclear or confusing parts, faulty logic</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Look for….:</a:t>
            </a:r>
            <a:endParaRPr b="0" lang="en-US" sz="4000" strike="noStrike" u="none">
              <a:solidFill>
                <a:schemeClr val="lt1"/>
              </a:solidFill>
              <a:uFillTx/>
              <a:latin typeface="Corbel"/>
            </a:endParaRPr>
          </a:p>
        </p:txBody>
      </p:sp>
      <p:sp>
        <p:nvSpPr>
          <p:cNvPr id="249"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Supporting data or information used as evidence</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Author voicing an opinion</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Assumptions being made</a:t>
            </a:r>
            <a:endParaRPr b="0" lang="en-US" sz="3000" strike="noStrike" u="none">
              <a:solidFill>
                <a:schemeClr val="lt1"/>
              </a:solidFill>
              <a:uFillTx/>
              <a:latin typeface="Corbel"/>
            </a:endParaRPr>
          </a:p>
          <a:p>
            <a:pPr indent="0">
              <a:lnSpc>
                <a:spcPct val="100000"/>
              </a:lnSpc>
              <a:spcBef>
                <a:spcPts val="700"/>
              </a:spcBef>
              <a:buNone/>
            </a:pP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Authority of writer….</a:t>
            </a:r>
            <a:endParaRPr b="0" lang="en-US" sz="4000" strike="noStrike" u="none">
              <a:solidFill>
                <a:schemeClr val="lt1"/>
              </a:solidFill>
              <a:uFillTx/>
              <a:latin typeface="Corbel"/>
            </a:endParaRPr>
          </a:p>
        </p:txBody>
      </p:sp>
      <p:sp>
        <p:nvSpPr>
          <p:cNvPr id="251"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Information about the writer (training, political affiliation, life experience etc)</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does the language, tone and approach of the text tell you about the writer?</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Is the writer knowlegeable?why or why not?</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biases or values appear to have a role in the writer’s argument?</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Logic of the writer’s argument…..</a:t>
            </a:r>
            <a:endParaRPr b="0" lang="en-US" sz="4000" strike="noStrike" u="none">
              <a:solidFill>
                <a:schemeClr val="lt1"/>
              </a:solidFill>
              <a:uFillTx/>
              <a:latin typeface="Corbel"/>
            </a:endParaRPr>
          </a:p>
        </p:txBody>
      </p:sp>
      <p:sp>
        <p:nvSpPr>
          <p:cNvPr id="253"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does the writer want you to believe?</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reasons /supporting evidence does the writer provide? Do they seem credible?</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Your interest?</a:t>
            </a:r>
            <a:endParaRPr b="0" lang="en-US" sz="4000" strike="noStrike" u="none">
              <a:solidFill>
                <a:schemeClr val="lt1"/>
              </a:solidFill>
              <a:uFillTx/>
              <a:latin typeface="Corbel"/>
            </a:endParaRPr>
          </a:p>
        </p:txBody>
      </p:sp>
      <p:sp>
        <p:nvSpPr>
          <p:cNvPr id="255"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Does the writer get you to identify with him/her (e.g. through the tone? Shared experience? Something else? how? Cite examples)</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Does the writer try to get you to care about the subject, cause or problem….appeals to emotions? Statistics and facts?anecdotes?detailed descriptions? Cite examples</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Language and style…..</a:t>
            </a:r>
            <a:endParaRPr b="0" lang="en-US" sz="4000" strike="noStrike" u="none">
              <a:solidFill>
                <a:schemeClr val="lt1"/>
              </a:solidFill>
              <a:uFillTx/>
              <a:latin typeface="Corbel"/>
            </a:endParaRPr>
          </a:p>
        </p:txBody>
      </p:sp>
      <p:sp>
        <p:nvSpPr>
          <p:cNvPr id="257"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How does the writer’s choices about language and style aid his/her argument? What do these reveal about the writer’s argument?</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seems to be the overall tone? How are the sentences formed?</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Ideologies that inform the text….</a:t>
            </a:r>
            <a:endParaRPr b="0" lang="en-US" sz="4000" strike="noStrike" u="none">
              <a:solidFill>
                <a:schemeClr val="lt1"/>
              </a:solidFill>
              <a:uFillTx/>
              <a:latin typeface="Corbel"/>
            </a:endParaRPr>
          </a:p>
        </p:txBody>
      </p:sp>
      <p:sp>
        <p:nvSpPr>
          <p:cNvPr id="259"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seems to be the ideology  (the system of beliefs, values and ideas about the world…that underlies the text?)</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words and ideas are valued in the text or represented by the writer in a positive way?</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are the opposites of those words?</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After reading…..</a:t>
            </a:r>
            <a:endParaRPr b="0" lang="en-US" sz="4000" strike="noStrike" u="none">
              <a:solidFill>
                <a:schemeClr val="lt1"/>
              </a:solidFill>
              <a:uFillTx/>
              <a:latin typeface="Corbel"/>
            </a:endParaRPr>
          </a:p>
        </p:txBody>
      </p:sp>
      <p:sp>
        <p:nvSpPr>
          <p:cNvPr id="261"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Reflect upon and analyze what you have read.</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is the author’s main argument? </a:t>
            </a:r>
            <a:r>
              <a:rPr b="0" i="1" lang="en-US" sz="3000" strike="noStrike" u="none">
                <a:solidFill>
                  <a:schemeClr val="lt1"/>
                </a:solidFill>
                <a:uFillTx/>
                <a:latin typeface="Corbel"/>
              </a:rPr>
              <a:t>Use your own words to </a:t>
            </a:r>
            <a:r>
              <a:rPr b="0" lang="en-US" sz="3000" strike="noStrike" u="none">
                <a:solidFill>
                  <a:schemeClr val="lt1"/>
                </a:solidFill>
                <a:uFillTx/>
                <a:latin typeface="Corbel"/>
              </a:rPr>
              <a:t>rearticulate</a:t>
            </a:r>
            <a:r>
              <a:rPr b="0" i="1" lang="en-US" sz="3000" strike="noStrike" u="none">
                <a:solidFill>
                  <a:schemeClr val="lt1"/>
                </a:solidFill>
                <a:uFillTx/>
                <a:latin typeface="Corbel"/>
              </a:rPr>
              <a:t> the main idea.</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List and explain the reasons the writer provides for his/her main argument</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After Reading…..</a:t>
            </a:r>
            <a:endParaRPr b="0" lang="en-US" sz="4000" strike="noStrike" u="none">
              <a:solidFill>
                <a:schemeClr val="lt1"/>
              </a:solidFill>
              <a:uFillTx/>
              <a:latin typeface="Corbel"/>
            </a:endParaRPr>
          </a:p>
        </p:txBody>
      </p:sp>
      <p:sp>
        <p:nvSpPr>
          <p:cNvPr id="263"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What kind of evidence is presented to support the writer’s argument? Is it fact or opinion?</a:t>
            </a:r>
            <a:endParaRPr b="0" lang="en-US" sz="3000" strike="noStrike" u="none">
              <a:solidFill>
                <a:schemeClr val="lt1"/>
              </a:solidFill>
              <a:uFillTx/>
              <a:latin typeface="Corbel"/>
            </a:endParaRPr>
          </a:p>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Is the author objective or does s/he try to convince the reader to have a certain opinion? if so, what viewpoint does the writer try to convince you of?</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914400" y="511920"/>
            <a:ext cx="7772040" cy="914040"/>
          </a:xfrm>
          <a:prstGeom prst="rect">
            <a:avLst/>
          </a:prstGeom>
          <a:noFill/>
          <a:ln w="0">
            <a:noFill/>
          </a:ln>
        </p:spPr>
        <p:txBody>
          <a:bodyPr lIns="90000" rIns="90000" tIns="45000" bIns="45000" anchor="t">
            <a:noAutofit/>
          </a:bodyPr>
          <a:p>
            <a:pPr indent="0">
              <a:lnSpc>
                <a:spcPct val="100000"/>
              </a:lnSpc>
              <a:buNone/>
            </a:pPr>
            <a:r>
              <a:rPr b="0" lang="en-US" sz="4000" spc="-99" strike="noStrike" u="none">
                <a:solidFill>
                  <a:schemeClr val="lt2"/>
                </a:solidFill>
                <a:uFillTx/>
                <a:latin typeface="Consolas"/>
              </a:rPr>
              <a:t>After reading….</a:t>
            </a:r>
            <a:br>
              <a:rPr sz="4000"/>
            </a:br>
            <a:br>
              <a:rPr sz="4000"/>
            </a:br>
            <a:br>
              <a:rPr sz="4000"/>
            </a:br>
            <a:br>
              <a:rPr sz="4000"/>
            </a:br>
            <a:br>
              <a:rPr sz="4000"/>
            </a:br>
            <a:br>
              <a:rPr sz="4000"/>
            </a:br>
            <a:endParaRPr b="0" lang="en-US" sz="4000" strike="noStrike" u="none">
              <a:solidFill>
                <a:schemeClr val="lt1"/>
              </a:solidFill>
              <a:uFillTx/>
              <a:latin typeface="Corbel"/>
            </a:endParaRPr>
          </a:p>
        </p:txBody>
      </p:sp>
      <p:sp>
        <p:nvSpPr>
          <p:cNvPr id="265" name="PlaceHolder 2"/>
          <p:cNvSpPr>
            <a:spLocks noGrp="1"/>
          </p:cNvSpPr>
          <p:nvPr>
            <p:ph/>
          </p:nvPr>
        </p:nvSpPr>
        <p:spPr>
          <a:xfrm>
            <a:off x="914400" y="1783440"/>
            <a:ext cx="7772040" cy="4571640"/>
          </a:xfrm>
          <a:prstGeom prst="rect">
            <a:avLst/>
          </a:prstGeom>
          <a:noFill/>
          <a:ln w="0">
            <a:noFill/>
          </a:ln>
        </p:spPr>
        <p:txBody>
          <a:bodyPr lIns="90000" rIns="90000" tIns="45000" bIns="45000" anchor="t">
            <a:noAutofit/>
          </a:bodyPr>
          <a:p>
            <a:pPr marL="411480" indent="-343080">
              <a:lnSpc>
                <a:spcPct val="100000"/>
              </a:lnSpc>
              <a:spcBef>
                <a:spcPts val="700"/>
              </a:spcBef>
              <a:buClr>
                <a:srgbClr val="d6ecff"/>
              </a:buClr>
              <a:buSzPct val="95000"/>
              <a:buFont typeface="Wingdings" charset="2"/>
              <a:buChar char=""/>
            </a:pPr>
            <a:r>
              <a:rPr b="0" lang="en-US" sz="3000" strike="noStrike" u="none">
                <a:solidFill>
                  <a:schemeClr val="lt1"/>
                </a:solidFill>
                <a:uFillTx/>
                <a:latin typeface="Corbel"/>
              </a:rPr>
              <a:t>Forgetting what the writer thinks for a moment, what are your own thoughts and opinions on the issue/s raised?</a:t>
            </a:r>
            <a:endParaRPr b="0" lang="en-US" sz="3000" strike="noStrike" u="none">
              <a:solidFill>
                <a:schemeClr val="lt1"/>
              </a:solidFill>
              <a:uFillTx/>
              <a:latin typeface="Corbe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Metro</Template>
  <TotalTime>226</TotalTime>
  <Application>LibreOffice/24.8.2.1$Linux_X86_64 LibreOffice_project/480$Build-1</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2013-11-30T18:43:17Z</dcterms:created>
  <dc:creator>maggie</dc:creator>
  <dc:description/>
  <dc:language>en-US</dc:language>
  <cp:lastModifiedBy/>
  <dcterms:modified xsi:type="dcterms:W3CDTF">2024-10-22T22:49:46Z</dcterms:modified>
  <cp:revision>17</cp:revision>
  <dc:subject/>
  <dc:title>CRITICAL READING…..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r8>24</vt:r8>
  </property>
</Properties>
</file>